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5" r:id="rId2"/>
    <p:sldId id="267" r:id="rId3"/>
    <p:sldId id="318" r:id="rId4"/>
    <p:sldId id="331" r:id="rId5"/>
    <p:sldId id="330" r:id="rId6"/>
    <p:sldId id="283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6">
          <p15:clr>
            <a:srgbClr val="A4A3A4"/>
          </p15:clr>
        </p15:guide>
        <p15:guide id="2" pos="5628">
          <p15:clr>
            <a:srgbClr val="A4A3A4"/>
          </p15:clr>
        </p15:guide>
        <p15:guide id="3" pos="788">
          <p15:clr>
            <a:srgbClr val="A4A3A4"/>
          </p15:clr>
        </p15:guide>
        <p15:guide id="4" orient="horz" pos="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6F65"/>
    <a:srgbClr val="287184"/>
    <a:srgbClr val="89A67A"/>
    <a:srgbClr val="E49B35"/>
    <a:srgbClr val="508799"/>
    <a:srgbClr val="ED7167"/>
    <a:srgbClr val="ED6E64"/>
    <a:srgbClr val="D57053"/>
    <a:srgbClr val="EBCEBC"/>
    <a:srgbClr val="EBD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 autoAdjust="0"/>
    <p:restoredTop sz="95238" autoAdjust="0"/>
  </p:normalViewPr>
  <p:slideViewPr>
    <p:cSldViewPr snapToGrid="0">
      <p:cViewPr varScale="1">
        <p:scale>
          <a:sx n="82" d="100"/>
          <a:sy n="82" d="100"/>
        </p:scale>
        <p:origin x="590" y="-72"/>
      </p:cViewPr>
      <p:guideLst>
        <p:guide orient="horz" pos="3496"/>
        <p:guide pos="5628"/>
        <p:guide pos="788"/>
        <p:guide orient="horz" pos="8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F865E-F62C-4250-A39C-D7F8E0DAF63A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EF12-3714-4C11-AF16-9692F0CECC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10778-D782-46AB-918C-02950C9E19C4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3C713-0A25-4B27-8294-86EE1C308F4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任意多边形 69"/>
          <p:cNvSpPr/>
          <p:nvPr/>
        </p:nvSpPr>
        <p:spPr>
          <a:xfrm>
            <a:off x="561878" y="5459183"/>
            <a:ext cx="1379382" cy="1436917"/>
          </a:xfrm>
          <a:custGeom>
            <a:avLst/>
            <a:gdLst>
              <a:gd name="connsiteX0" fmla="*/ 988221 w 1379382"/>
              <a:gd name="connsiteY0" fmla="*/ 0 h 1436917"/>
              <a:gd name="connsiteX1" fmla="*/ 1010406 w 1379382"/>
              <a:gd name="connsiteY1" fmla="*/ 15258 h 1436917"/>
              <a:gd name="connsiteX2" fmla="*/ 1238011 w 1379382"/>
              <a:gd name="connsiteY2" fmla="*/ 370872 h 1436917"/>
              <a:gd name="connsiteX3" fmla="*/ 1235427 w 1379382"/>
              <a:gd name="connsiteY3" fmla="*/ 372649 h 1436917"/>
              <a:gd name="connsiteX4" fmla="*/ 1289073 w 1379382"/>
              <a:gd name="connsiteY4" fmla="*/ 450653 h 1436917"/>
              <a:gd name="connsiteX5" fmla="*/ 1379382 w 1379382"/>
              <a:gd name="connsiteY5" fmla="*/ 591754 h 1436917"/>
              <a:gd name="connsiteX6" fmla="*/ 798132 w 1379382"/>
              <a:gd name="connsiteY6" fmla="*/ 1436917 h 1436917"/>
              <a:gd name="connsiteX7" fmla="*/ 0 w 1379382"/>
              <a:gd name="connsiteY7" fmla="*/ 1436917 h 1436917"/>
              <a:gd name="connsiteX8" fmla="*/ 988221 w 1379382"/>
              <a:gd name="connsiteY8" fmla="*/ 0 h 1436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9382" h="1436917">
                <a:moveTo>
                  <a:pt x="988221" y="0"/>
                </a:moveTo>
                <a:lnTo>
                  <a:pt x="1010406" y="15258"/>
                </a:lnTo>
                <a:lnTo>
                  <a:pt x="1238011" y="370872"/>
                </a:lnTo>
                <a:lnTo>
                  <a:pt x="1235427" y="372649"/>
                </a:lnTo>
                <a:lnTo>
                  <a:pt x="1289073" y="450653"/>
                </a:lnTo>
                <a:lnTo>
                  <a:pt x="1379382" y="591754"/>
                </a:lnTo>
                <a:lnTo>
                  <a:pt x="798132" y="1436917"/>
                </a:lnTo>
                <a:lnTo>
                  <a:pt x="0" y="1436917"/>
                </a:lnTo>
                <a:lnTo>
                  <a:pt x="988221" y="0"/>
                </a:lnTo>
                <a:close/>
              </a:path>
            </a:pathLst>
          </a:custGeom>
          <a:solidFill>
            <a:srgbClr val="EE8F82"/>
          </a:solidFill>
          <a:ln>
            <a:solidFill>
              <a:srgbClr val="EE8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1950042" y="5459184"/>
            <a:ext cx="1377333" cy="1436916"/>
          </a:xfrm>
          <a:custGeom>
            <a:avLst/>
            <a:gdLst>
              <a:gd name="connsiteX0" fmla="*/ 389113 w 1377333"/>
              <a:gd name="connsiteY0" fmla="*/ 0 h 1436916"/>
              <a:gd name="connsiteX1" fmla="*/ 1377333 w 1377333"/>
              <a:gd name="connsiteY1" fmla="*/ 1436916 h 1436916"/>
              <a:gd name="connsiteX2" fmla="*/ 579200 w 1377333"/>
              <a:gd name="connsiteY2" fmla="*/ 1436916 h 1436916"/>
              <a:gd name="connsiteX3" fmla="*/ 0 w 1377333"/>
              <a:gd name="connsiteY3" fmla="*/ 594733 h 1436916"/>
              <a:gd name="connsiteX4" fmla="*/ 373996 w 1377333"/>
              <a:gd name="connsiteY4" fmla="*/ 10397 h 1436916"/>
              <a:gd name="connsiteX5" fmla="*/ 389113 w 1377333"/>
              <a:gd name="connsiteY5" fmla="*/ 0 h 1436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7333" h="1436916">
                <a:moveTo>
                  <a:pt x="389113" y="0"/>
                </a:moveTo>
                <a:lnTo>
                  <a:pt x="1377333" y="1436916"/>
                </a:lnTo>
                <a:lnTo>
                  <a:pt x="579200" y="1436916"/>
                </a:lnTo>
                <a:lnTo>
                  <a:pt x="0" y="594733"/>
                </a:lnTo>
                <a:lnTo>
                  <a:pt x="373996" y="10397"/>
                </a:lnTo>
                <a:lnTo>
                  <a:pt x="389113" y="0"/>
                </a:lnTo>
                <a:close/>
              </a:path>
            </a:pathLst>
          </a:custGeom>
          <a:solidFill>
            <a:srgbClr val="EE8F82"/>
          </a:solidFill>
          <a:ln>
            <a:solidFill>
              <a:srgbClr val="EE8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9" name="任意多边形 818"/>
          <p:cNvSpPr/>
          <p:nvPr/>
        </p:nvSpPr>
        <p:spPr>
          <a:xfrm flipV="1">
            <a:off x="5466342" y="5123204"/>
            <a:ext cx="1608398" cy="1772896"/>
          </a:xfrm>
          <a:custGeom>
            <a:avLst/>
            <a:gdLst>
              <a:gd name="connsiteX0" fmla="*/ 1219285 w 1608398"/>
              <a:gd name="connsiteY0" fmla="*/ 1772896 h 1772896"/>
              <a:gd name="connsiteX1" fmla="*/ 1234402 w 1608398"/>
              <a:gd name="connsiteY1" fmla="*/ 1762499 h 1772896"/>
              <a:gd name="connsiteX2" fmla="*/ 1608398 w 1608398"/>
              <a:gd name="connsiteY2" fmla="*/ 1178163 h 1772896"/>
              <a:gd name="connsiteX3" fmla="*/ 798132 w 1608398"/>
              <a:gd name="connsiteY3" fmla="*/ 0 h 1772896"/>
              <a:gd name="connsiteX4" fmla="*/ 0 w 1608398"/>
              <a:gd name="connsiteY4" fmla="*/ 0 h 1772896"/>
              <a:gd name="connsiteX5" fmla="*/ 1219285 w 1608398"/>
              <a:gd name="connsiteY5" fmla="*/ 1772896 h 177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8398" h="1772896">
                <a:moveTo>
                  <a:pt x="1219285" y="1772896"/>
                </a:moveTo>
                <a:lnTo>
                  <a:pt x="1234402" y="1762499"/>
                </a:lnTo>
                <a:lnTo>
                  <a:pt x="1608398" y="1178163"/>
                </a:lnTo>
                <a:lnTo>
                  <a:pt x="798132" y="0"/>
                </a:lnTo>
                <a:lnTo>
                  <a:pt x="0" y="0"/>
                </a:lnTo>
                <a:lnTo>
                  <a:pt x="1219285" y="1772896"/>
                </a:lnTo>
                <a:close/>
              </a:path>
            </a:pathLst>
          </a:custGeom>
          <a:solidFill>
            <a:srgbClr val="EF756B">
              <a:alpha val="88000"/>
            </a:srgbClr>
          </a:solidFill>
          <a:ln>
            <a:solidFill>
              <a:srgbClr val="EE8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4" name="任意多边形 823"/>
          <p:cNvSpPr/>
          <p:nvPr/>
        </p:nvSpPr>
        <p:spPr>
          <a:xfrm flipH="1" flipV="1">
            <a:off x="4399933" y="4206056"/>
            <a:ext cx="2239155" cy="2690045"/>
          </a:xfrm>
          <a:custGeom>
            <a:avLst/>
            <a:gdLst>
              <a:gd name="connsiteX0" fmla="*/ 1850042 w 2239155"/>
              <a:gd name="connsiteY0" fmla="*/ 2690045 h 2690045"/>
              <a:gd name="connsiteX1" fmla="*/ 0 w 2239155"/>
              <a:gd name="connsiteY1" fmla="*/ 0 h 2690045"/>
              <a:gd name="connsiteX2" fmla="*/ 798132 w 2239155"/>
              <a:gd name="connsiteY2" fmla="*/ 0 h 2690045"/>
              <a:gd name="connsiteX3" fmla="*/ 2239155 w 2239155"/>
              <a:gd name="connsiteY3" fmla="*/ 2095312 h 2690045"/>
              <a:gd name="connsiteX4" fmla="*/ 1865159 w 2239155"/>
              <a:gd name="connsiteY4" fmla="*/ 2679648 h 2690045"/>
              <a:gd name="connsiteX5" fmla="*/ 1850042 w 2239155"/>
              <a:gd name="connsiteY5" fmla="*/ 2690045 h 2690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9155" h="2690045">
                <a:moveTo>
                  <a:pt x="1850042" y="2690045"/>
                </a:moveTo>
                <a:lnTo>
                  <a:pt x="0" y="0"/>
                </a:lnTo>
                <a:lnTo>
                  <a:pt x="798132" y="0"/>
                </a:lnTo>
                <a:lnTo>
                  <a:pt x="2239155" y="2095312"/>
                </a:lnTo>
                <a:lnTo>
                  <a:pt x="1865159" y="2679648"/>
                </a:lnTo>
                <a:lnTo>
                  <a:pt x="1850042" y="2690045"/>
                </a:lnTo>
                <a:close/>
              </a:path>
            </a:pathLst>
          </a:custGeom>
          <a:solidFill>
            <a:srgbClr val="A9BD9C"/>
          </a:solidFill>
          <a:ln>
            <a:solidFill>
              <a:srgbClr val="A9BD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0" name="任意多边形 519"/>
          <p:cNvSpPr/>
          <p:nvPr/>
        </p:nvSpPr>
        <p:spPr>
          <a:xfrm>
            <a:off x="10576104" y="286921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D57053">
              <a:alpha val="49000"/>
            </a:srgbClr>
          </a:solidFill>
          <a:ln>
            <a:solidFill>
              <a:srgbClr val="DF9B83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6" name="任意多边形 685"/>
          <p:cNvSpPr/>
          <p:nvPr/>
        </p:nvSpPr>
        <p:spPr>
          <a:xfrm>
            <a:off x="9482391" y="0"/>
            <a:ext cx="1474363" cy="1578002"/>
          </a:xfrm>
          <a:custGeom>
            <a:avLst/>
            <a:gdLst>
              <a:gd name="connsiteX0" fmla="*/ 0 w 1474363"/>
              <a:gd name="connsiteY0" fmla="*/ 0 h 1578002"/>
              <a:gd name="connsiteX1" fmla="*/ 798133 w 1474363"/>
              <a:gd name="connsiteY1" fmla="*/ 0 h 1578002"/>
              <a:gd name="connsiteX2" fmla="*/ 1474363 w 1474363"/>
              <a:gd name="connsiteY2" fmla="*/ 983269 h 1578002"/>
              <a:gd name="connsiteX3" fmla="*/ 1100367 w 1474363"/>
              <a:gd name="connsiteY3" fmla="*/ 1567605 h 1578002"/>
              <a:gd name="connsiteX4" fmla="*/ 1085250 w 1474363"/>
              <a:gd name="connsiteY4" fmla="*/ 1578002 h 1578002"/>
              <a:gd name="connsiteX5" fmla="*/ 0 w 1474363"/>
              <a:gd name="connsiteY5" fmla="*/ 0 h 157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4363" h="1578002">
                <a:moveTo>
                  <a:pt x="0" y="0"/>
                </a:moveTo>
                <a:lnTo>
                  <a:pt x="798133" y="0"/>
                </a:lnTo>
                <a:lnTo>
                  <a:pt x="1474363" y="983269"/>
                </a:lnTo>
                <a:lnTo>
                  <a:pt x="1100367" y="1567605"/>
                </a:lnTo>
                <a:lnTo>
                  <a:pt x="1085250" y="1578002"/>
                </a:lnTo>
                <a:lnTo>
                  <a:pt x="0" y="0"/>
                </a:lnTo>
                <a:close/>
              </a:path>
            </a:pathLst>
          </a:custGeom>
          <a:solidFill>
            <a:srgbClr val="E7B05E">
              <a:alpha val="25000"/>
            </a:srgbClr>
          </a:solidFill>
          <a:ln>
            <a:solidFill>
              <a:srgbClr val="EFE3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 83"/>
          <p:cNvSpPr/>
          <p:nvPr/>
        </p:nvSpPr>
        <p:spPr>
          <a:xfrm>
            <a:off x="10965534" y="0"/>
            <a:ext cx="1238362" cy="1578002"/>
          </a:xfrm>
          <a:custGeom>
            <a:avLst/>
            <a:gdLst>
              <a:gd name="connsiteX0" fmla="*/ 678279 w 1238362"/>
              <a:gd name="connsiteY0" fmla="*/ 0 h 1578002"/>
              <a:gd name="connsiteX1" fmla="*/ 1238362 w 1238362"/>
              <a:gd name="connsiteY1" fmla="*/ 0 h 1578002"/>
              <a:gd name="connsiteX2" fmla="*/ 1238362 w 1238362"/>
              <a:gd name="connsiteY2" fmla="*/ 346134 h 1578002"/>
              <a:gd name="connsiteX3" fmla="*/ 391161 w 1238362"/>
              <a:gd name="connsiteY3" fmla="*/ 1578002 h 1578002"/>
              <a:gd name="connsiteX4" fmla="*/ 368976 w 1238362"/>
              <a:gd name="connsiteY4" fmla="*/ 1562744 h 1578002"/>
              <a:gd name="connsiteX5" fmla="*/ 141371 w 1238362"/>
              <a:gd name="connsiteY5" fmla="*/ 1207130 h 1578002"/>
              <a:gd name="connsiteX6" fmla="*/ 143955 w 1238362"/>
              <a:gd name="connsiteY6" fmla="*/ 1205353 h 1578002"/>
              <a:gd name="connsiteX7" fmla="*/ 90309 w 1238362"/>
              <a:gd name="connsiteY7" fmla="*/ 1127349 h 1578002"/>
              <a:gd name="connsiteX8" fmla="*/ 0 w 1238362"/>
              <a:gd name="connsiteY8" fmla="*/ 986248 h 1578002"/>
              <a:gd name="connsiteX9" fmla="*/ 678279 w 1238362"/>
              <a:gd name="connsiteY9" fmla="*/ 0 h 157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362" h="1578002">
                <a:moveTo>
                  <a:pt x="678279" y="0"/>
                </a:moveTo>
                <a:lnTo>
                  <a:pt x="1238362" y="0"/>
                </a:lnTo>
                <a:lnTo>
                  <a:pt x="1238362" y="346134"/>
                </a:lnTo>
                <a:lnTo>
                  <a:pt x="391161" y="1578002"/>
                </a:lnTo>
                <a:lnTo>
                  <a:pt x="368976" y="1562744"/>
                </a:lnTo>
                <a:lnTo>
                  <a:pt x="141371" y="1207130"/>
                </a:lnTo>
                <a:lnTo>
                  <a:pt x="143955" y="1205353"/>
                </a:lnTo>
                <a:lnTo>
                  <a:pt x="90309" y="1127349"/>
                </a:lnTo>
                <a:lnTo>
                  <a:pt x="0" y="986248"/>
                </a:lnTo>
                <a:lnTo>
                  <a:pt x="678279" y="0"/>
                </a:lnTo>
                <a:close/>
              </a:path>
            </a:pathLst>
          </a:custGeom>
          <a:solidFill>
            <a:srgbClr val="EFE3C2">
              <a:alpha val="71000"/>
            </a:srgbClr>
          </a:solidFill>
          <a:ln>
            <a:solidFill>
              <a:srgbClr val="EEE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04" name="任意多边形 703"/>
          <p:cNvSpPr/>
          <p:nvPr/>
        </p:nvSpPr>
        <p:spPr>
          <a:xfrm>
            <a:off x="11202884" y="1946822"/>
            <a:ext cx="798132" cy="1160519"/>
          </a:xfrm>
          <a:custGeom>
            <a:avLst/>
            <a:gdLst>
              <a:gd name="connsiteX0" fmla="*/ 399066 w 798132"/>
              <a:gd name="connsiteY0" fmla="*/ 0 h 1160519"/>
              <a:gd name="connsiteX1" fmla="*/ 798132 w 798132"/>
              <a:gd name="connsiteY1" fmla="*/ 580260 h 1160519"/>
              <a:gd name="connsiteX2" fmla="*/ 399066 w 798132"/>
              <a:gd name="connsiteY2" fmla="*/ 1160519 h 1160519"/>
              <a:gd name="connsiteX3" fmla="*/ 0 w 798132"/>
              <a:gd name="connsiteY3" fmla="*/ 580260 h 1160519"/>
              <a:gd name="connsiteX4" fmla="*/ 399066 w 798132"/>
              <a:gd name="connsiteY4" fmla="*/ 0 h 116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8132" h="1160519">
                <a:moveTo>
                  <a:pt x="399066" y="0"/>
                </a:moveTo>
                <a:lnTo>
                  <a:pt x="798132" y="580260"/>
                </a:lnTo>
                <a:lnTo>
                  <a:pt x="399066" y="1160519"/>
                </a:lnTo>
                <a:lnTo>
                  <a:pt x="0" y="580260"/>
                </a:lnTo>
                <a:lnTo>
                  <a:pt x="399066" y="0"/>
                </a:lnTo>
                <a:close/>
              </a:path>
            </a:pathLst>
          </a:custGeom>
          <a:solidFill>
            <a:srgbClr val="D57053">
              <a:alpha val="25000"/>
            </a:srgbClr>
          </a:solidFill>
          <a:ln>
            <a:solidFill>
              <a:srgbClr val="EA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 87"/>
          <p:cNvSpPr/>
          <p:nvPr/>
        </p:nvSpPr>
        <p:spPr>
          <a:xfrm>
            <a:off x="11601950" y="1071565"/>
            <a:ext cx="601946" cy="1455517"/>
          </a:xfrm>
          <a:custGeom>
            <a:avLst/>
            <a:gdLst>
              <a:gd name="connsiteX0" fmla="*/ 601946 w 601946"/>
              <a:gd name="connsiteY0" fmla="*/ 0 h 1455517"/>
              <a:gd name="connsiteX1" fmla="*/ 601946 w 601946"/>
              <a:gd name="connsiteY1" fmla="*/ 1160520 h 1455517"/>
              <a:gd name="connsiteX2" fmla="*/ 399066 w 601946"/>
              <a:gd name="connsiteY2" fmla="*/ 1455517 h 1455517"/>
              <a:gd name="connsiteX3" fmla="*/ 0 w 601946"/>
              <a:gd name="connsiteY3" fmla="*/ 875257 h 1455517"/>
              <a:gd name="connsiteX4" fmla="*/ 601946 w 601946"/>
              <a:gd name="connsiteY4" fmla="*/ 0 h 145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1946" h="1455517">
                <a:moveTo>
                  <a:pt x="601946" y="0"/>
                </a:moveTo>
                <a:lnTo>
                  <a:pt x="601946" y="1160520"/>
                </a:lnTo>
                <a:lnTo>
                  <a:pt x="399066" y="1455517"/>
                </a:lnTo>
                <a:lnTo>
                  <a:pt x="0" y="875257"/>
                </a:lnTo>
                <a:lnTo>
                  <a:pt x="601946" y="0"/>
                </a:lnTo>
                <a:close/>
              </a:path>
            </a:pathLst>
          </a:custGeom>
          <a:solidFill>
            <a:srgbClr val="EBCEBC"/>
          </a:solidFill>
          <a:ln>
            <a:solidFill>
              <a:srgbClr val="EACD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00" name="任意多边形 699"/>
          <p:cNvSpPr/>
          <p:nvPr/>
        </p:nvSpPr>
        <p:spPr>
          <a:xfrm>
            <a:off x="10965534" y="1590209"/>
            <a:ext cx="636416" cy="936872"/>
          </a:xfrm>
          <a:custGeom>
            <a:avLst/>
            <a:gdLst>
              <a:gd name="connsiteX0" fmla="*/ 391161 w 636416"/>
              <a:gd name="connsiteY0" fmla="*/ 0 h 936872"/>
              <a:gd name="connsiteX1" fmla="*/ 636416 w 636416"/>
              <a:gd name="connsiteY1" fmla="*/ 356612 h 936872"/>
              <a:gd name="connsiteX2" fmla="*/ 237350 w 636416"/>
              <a:gd name="connsiteY2" fmla="*/ 936872 h 936872"/>
              <a:gd name="connsiteX3" fmla="*/ 0 w 636416"/>
              <a:gd name="connsiteY3" fmla="*/ 591754 h 936872"/>
              <a:gd name="connsiteX4" fmla="*/ 90309 w 636416"/>
              <a:gd name="connsiteY4" fmla="*/ 450653 h 936872"/>
              <a:gd name="connsiteX5" fmla="*/ 143955 w 636416"/>
              <a:gd name="connsiteY5" fmla="*/ 372649 h 936872"/>
              <a:gd name="connsiteX6" fmla="*/ 141371 w 636416"/>
              <a:gd name="connsiteY6" fmla="*/ 370872 h 936872"/>
              <a:gd name="connsiteX7" fmla="*/ 368976 w 636416"/>
              <a:gd name="connsiteY7" fmla="*/ 15258 h 936872"/>
              <a:gd name="connsiteX8" fmla="*/ 391161 w 636416"/>
              <a:gd name="connsiteY8" fmla="*/ 0 h 93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6416" h="936872">
                <a:moveTo>
                  <a:pt x="391161" y="0"/>
                </a:moveTo>
                <a:lnTo>
                  <a:pt x="636416" y="356612"/>
                </a:lnTo>
                <a:lnTo>
                  <a:pt x="237350" y="936872"/>
                </a:lnTo>
                <a:lnTo>
                  <a:pt x="0" y="591754"/>
                </a:lnTo>
                <a:lnTo>
                  <a:pt x="90309" y="450653"/>
                </a:lnTo>
                <a:lnTo>
                  <a:pt x="143955" y="372649"/>
                </a:lnTo>
                <a:lnTo>
                  <a:pt x="141371" y="370872"/>
                </a:lnTo>
                <a:lnTo>
                  <a:pt x="368976" y="15258"/>
                </a:lnTo>
                <a:lnTo>
                  <a:pt x="391161" y="0"/>
                </a:lnTo>
                <a:close/>
              </a:path>
            </a:pathLst>
          </a:custGeom>
          <a:solidFill>
            <a:srgbClr val="D2DBC4"/>
          </a:solidFill>
          <a:ln>
            <a:solidFill>
              <a:srgbClr val="D3DD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9" name="任意多边形 698"/>
          <p:cNvSpPr/>
          <p:nvPr/>
        </p:nvSpPr>
        <p:spPr>
          <a:xfrm>
            <a:off x="10965534" y="2527082"/>
            <a:ext cx="636416" cy="936871"/>
          </a:xfrm>
          <a:custGeom>
            <a:avLst/>
            <a:gdLst>
              <a:gd name="connsiteX0" fmla="*/ 237350 w 636416"/>
              <a:gd name="connsiteY0" fmla="*/ 0 h 936871"/>
              <a:gd name="connsiteX1" fmla="*/ 636416 w 636416"/>
              <a:gd name="connsiteY1" fmla="*/ 580259 h 936871"/>
              <a:gd name="connsiteX2" fmla="*/ 391161 w 636416"/>
              <a:gd name="connsiteY2" fmla="*/ 936871 h 936871"/>
              <a:gd name="connsiteX3" fmla="*/ 368976 w 636416"/>
              <a:gd name="connsiteY3" fmla="*/ 921613 h 936871"/>
              <a:gd name="connsiteX4" fmla="*/ 141371 w 636416"/>
              <a:gd name="connsiteY4" fmla="*/ 565999 h 936871"/>
              <a:gd name="connsiteX5" fmla="*/ 143955 w 636416"/>
              <a:gd name="connsiteY5" fmla="*/ 564222 h 936871"/>
              <a:gd name="connsiteX6" fmla="*/ 90309 w 636416"/>
              <a:gd name="connsiteY6" fmla="*/ 486218 h 936871"/>
              <a:gd name="connsiteX7" fmla="*/ 0 w 636416"/>
              <a:gd name="connsiteY7" fmla="*/ 345117 h 936871"/>
              <a:gd name="connsiteX8" fmla="*/ 237350 w 636416"/>
              <a:gd name="connsiteY8" fmla="*/ 0 h 93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6416" h="936871">
                <a:moveTo>
                  <a:pt x="237350" y="0"/>
                </a:moveTo>
                <a:lnTo>
                  <a:pt x="636416" y="580259"/>
                </a:lnTo>
                <a:lnTo>
                  <a:pt x="391161" y="936871"/>
                </a:lnTo>
                <a:lnTo>
                  <a:pt x="368976" y="921613"/>
                </a:lnTo>
                <a:lnTo>
                  <a:pt x="141371" y="565999"/>
                </a:lnTo>
                <a:lnTo>
                  <a:pt x="143955" y="564222"/>
                </a:lnTo>
                <a:lnTo>
                  <a:pt x="90309" y="486218"/>
                </a:lnTo>
                <a:lnTo>
                  <a:pt x="0" y="345117"/>
                </a:lnTo>
                <a:lnTo>
                  <a:pt x="237350" y="0"/>
                </a:lnTo>
                <a:close/>
              </a:path>
            </a:pathLst>
          </a:custGeom>
          <a:solidFill>
            <a:srgbClr val="E9CCBA"/>
          </a:solidFill>
          <a:ln>
            <a:solidFill>
              <a:srgbClr val="EACD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11601950" y="2527081"/>
            <a:ext cx="601946" cy="1455516"/>
          </a:xfrm>
          <a:custGeom>
            <a:avLst/>
            <a:gdLst>
              <a:gd name="connsiteX0" fmla="*/ 399066 w 601946"/>
              <a:gd name="connsiteY0" fmla="*/ 0 h 1455516"/>
              <a:gd name="connsiteX1" fmla="*/ 601946 w 601946"/>
              <a:gd name="connsiteY1" fmla="*/ 294997 h 1455516"/>
              <a:gd name="connsiteX2" fmla="*/ 601946 w 601946"/>
              <a:gd name="connsiteY2" fmla="*/ 1455516 h 1455516"/>
              <a:gd name="connsiteX3" fmla="*/ 0 w 601946"/>
              <a:gd name="connsiteY3" fmla="*/ 580259 h 1455516"/>
              <a:gd name="connsiteX4" fmla="*/ 399066 w 601946"/>
              <a:gd name="connsiteY4" fmla="*/ 0 h 145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1946" h="1455516">
                <a:moveTo>
                  <a:pt x="399066" y="0"/>
                </a:moveTo>
                <a:lnTo>
                  <a:pt x="601946" y="294997"/>
                </a:lnTo>
                <a:lnTo>
                  <a:pt x="601946" y="1455516"/>
                </a:lnTo>
                <a:lnTo>
                  <a:pt x="0" y="580259"/>
                </a:lnTo>
                <a:lnTo>
                  <a:pt x="399066" y="0"/>
                </a:lnTo>
                <a:close/>
              </a:path>
            </a:pathLst>
          </a:custGeom>
          <a:solidFill>
            <a:srgbClr val="D3DDC7"/>
          </a:solidFill>
          <a:ln>
            <a:solidFill>
              <a:srgbClr val="D3D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3" name="任意多边形 522"/>
          <p:cNvSpPr/>
          <p:nvPr/>
        </p:nvSpPr>
        <p:spPr>
          <a:xfrm>
            <a:off x="10576104" y="98326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49B35">
              <a:alpha val="36000"/>
            </a:srgbClr>
          </a:solidFill>
          <a:ln>
            <a:solidFill>
              <a:srgbClr val="EBD09D">
                <a:alpha val="3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任意多边形 528"/>
          <p:cNvSpPr/>
          <p:nvPr/>
        </p:nvSpPr>
        <p:spPr>
          <a:xfrm flipV="1">
            <a:off x="10576104" y="159020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88A378">
              <a:alpha val="53000"/>
            </a:srgbClr>
          </a:solidFill>
          <a:ln>
            <a:solidFill>
              <a:srgbClr val="B3C4A5">
                <a:alpha val="5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 flipV="1">
            <a:off x="500062" y="2101122"/>
            <a:ext cx="8896350" cy="51086"/>
          </a:xfrm>
          <a:prstGeom prst="ellipse">
            <a:avLst/>
          </a:prstGeom>
          <a:gradFill flip="none" rotWithShape="1">
            <a:gsLst>
              <a:gs pos="62000">
                <a:schemeClr val="bg1"/>
              </a:gs>
              <a:gs pos="47000">
                <a:schemeClr val="tx1">
                  <a:alpha val="39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 flipV="1">
            <a:off x="500062" y="3463196"/>
            <a:ext cx="8896350" cy="51086"/>
          </a:xfrm>
          <a:prstGeom prst="ellipse">
            <a:avLst/>
          </a:prstGeom>
          <a:gradFill flip="none" rotWithShape="1">
            <a:gsLst>
              <a:gs pos="70000">
                <a:schemeClr val="bg1"/>
              </a:gs>
              <a:gs pos="47000">
                <a:schemeClr val="tx1">
                  <a:alpha val="39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" t="30898" r="26794" b="49213"/>
          <a:stretch>
            <a:fillRect/>
          </a:stretch>
        </p:blipFill>
        <p:spPr>
          <a:xfrm>
            <a:off x="488724" y="2159339"/>
            <a:ext cx="8906237" cy="1371601"/>
          </a:xfrm>
          <a:prstGeom prst="rect">
            <a:avLst/>
          </a:prstGeom>
        </p:spPr>
      </p:pic>
      <p:sp>
        <p:nvSpPr>
          <p:cNvPr id="534" name="任意多边形 533"/>
          <p:cNvSpPr/>
          <p:nvPr/>
        </p:nvSpPr>
        <p:spPr>
          <a:xfrm flipH="1" flipV="1">
            <a:off x="4012411" y="4206055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89A67A"/>
          </a:solidFill>
          <a:ln>
            <a:solidFill>
              <a:srgbClr val="89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>
            <a:off x="2147990" y="4206055"/>
            <a:ext cx="2243162" cy="2702024"/>
          </a:xfrm>
          <a:custGeom>
            <a:avLst/>
            <a:gdLst>
              <a:gd name="connsiteX0" fmla="*/ 296787 w 2243162"/>
              <a:gd name="connsiteY0" fmla="*/ 2270482 h 2702024"/>
              <a:gd name="connsiteX1" fmla="*/ 593574 w 2243162"/>
              <a:gd name="connsiteY1" fmla="*/ 2702024 h 2702024"/>
              <a:gd name="connsiteX2" fmla="*/ 0 w 2243162"/>
              <a:gd name="connsiteY2" fmla="*/ 2702024 h 2702024"/>
              <a:gd name="connsiteX3" fmla="*/ 1852001 w 2243162"/>
              <a:gd name="connsiteY3" fmla="*/ 0 h 2702024"/>
              <a:gd name="connsiteX4" fmla="*/ 1874186 w 2243162"/>
              <a:gd name="connsiteY4" fmla="*/ 15258 h 2702024"/>
              <a:gd name="connsiteX5" fmla="*/ 2101791 w 2243162"/>
              <a:gd name="connsiteY5" fmla="*/ 370872 h 2702024"/>
              <a:gd name="connsiteX6" fmla="*/ 2099207 w 2243162"/>
              <a:gd name="connsiteY6" fmla="*/ 372649 h 2702024"/>
              <a:gd name="connsiteX7" fmla="*/ 2152853 w 2243162"/>
              <a:gd name="connsiteY7" fmla="*/ 450653 h 2702024"/>
              <a:gd name="connsiteX8" fmla="*/ 2243162 w 2243162"/>
              <a:gd name="connsiteY8" fmla="*/ 591754 h 2702024"/>
              <a:gd name="connsiteX9" fmla="*/ 800090 w 2243162"/>
              <a:gd name="connsiteY9" fmla="*/ 2690045 h 2702024"/>
              <a:gd name="connsiteX10" fmla="*/ 591618 w 2243162"/>
              <a:gd name="connsiteY10" fmla="*/ 2690045 h 2702024"/>
              <a:gd name="connsiteX11" fmla="*/ 296788 w 2243162"/>
              <a:gd name="connsiteY11" fmla="*/ 2261349 h 2702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43162" h="2702024">
                <a:moveTo>
                  <a:pt x="296787" y="2270482"/>
                </a:moveTo>
                <a:lnTo>
                  <a:pt x="593574" y="2702024"/>
                </a:lnTo>
                <a:lnTo>
                  <a:pt x="0" y="2702024"/>
                </a:lnTo>
                <a:close/>
                <a:moveTo>
                  <a:pt x="1852001" y="0"/>
                </a:moveTo>
                <a:lnTo>
                  <a:pt x="1874186" y="15258"/>
                </a:lnTo>
                <a:lnTo>
                  <a:pt x="2101791" y="370872"/>
                </a:lnTo>
                <a:lnTo>
                  <a:pt x="2099207" y="372649"/>
                </a:lnTo>
                <a:lnTo>
                  <a:pt x="2152853" y="450653"/>
                </a:lnTo>
                <a:lnTo>
                  <a:pt x="2243162" y="591754"/>
                </a:lnTo>
                <a:lnTo>
                  <a:pt x="800090" y="2690045"/>
                </a:lnTo>
                <a:lnTo>
                  <a:pt x="591618" y="2690045"/>
                </a:lnTo>
                <a:lnTo>
                  <a:pt x="296788" y="2261349"/>
                </a:lnTo>
                <a:close/>
              </a:path>
            </a:pathLst>
          </a:custGeom>
          <a:solidFill>
            <a:srgbClr val="A2B894">
              <a:alpha val="91000"/>
            </a:srgbClr>
          </a:solidFill>
          <a:ln>
            <a:solidFill>
              <a:srgbClr val="A9BD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-35280" y="4818139"/>
            <a:ext cx="1017046" cy="2052322"/>
          </a:xfrm>
          <a:custGeom>
            <a:avLst/>
            <a:gdLst>
              <a:gd name="connsiteX0" fmla="*/ 0 w 1017046"/>
              <a:gd name="connsiteY0" fmla="*/ 0 h 2052322"/>
              <a:gd name="connsiteX1" fmla="*/ 1017046 w 1017046"/>
              <a:gd name="connsiteY1" fmla="*/ 1478830 h 2052322"/>
              <a:gd name="connsiteX2" fmla="*/ 613325 w 1017046"/>
              <a:gd name="connsiteY2" fmla="*/ 2052322 h 2052322"/>
              <a:gd name="connsiteX3" fmla="*/ 0 w 1017046"/>
              <a:gd name="connsiteY3" fmla="*/ 1160520 h 2052322"/>
              <a:gd name="connsiteX4" fmla="*/ 0 w 1017046"/>
              <a:gd name="connsiteY4" fmla="*/ 0 h 205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046" h="2052322">
                <a:moveTo>
                  <a:pt x="0" y="0"/>
                </a:moveTo>
                <a:lnTo>
                  <a:pt x="1017046" y="1478830"/>
                </a:lnTo>
                <a:lnTo>
                  <a:pt x="613325" y="2052322"/>
                </a:lnTo>
                <a:lnTo>
                  <a:pt x="0" y="1160520"/>
                </a:lnTo>
                <a:lnTo>
                  <a:pt x="0" y="0"/>
                </a:lnTo>
                <a:close/>
              </a:path>
            </a:pathLst>
          </a:custGeom>
          <a:solidFill>
            <a:srgbClr val="508799"/>
          </a:solidFill>
          <a:ln>
            <a:solidFill>
              <a:srgbClr val="5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2" name="任意多边形 811"/>
          <p:cNvSpPr/>
          <p:nvPr/>
        </p:nvSpPr>
        <p:spPr>
          <a:xfrm flipV="1">
            <a:off x="4397479" y="5881804"/>
            <a:ext cx="1088729" cy="1014296"/>
          </a:xfrm>
          <a:custGeom>
            <a:avLst/>
            <a:gdLst>
              <a:gd name="connsiteX0" fmla="*/ 391161 w 1088729"/>
              <a:gd name="connsiteY0" fmla="*/ 1014296 h 1014296"/>
              <a:gd name="connsiteX1" fmla="*/ 1088729 w 1088729"/>
              <a:gd name="connsiteY1" fmla="*/ 0 h 1014296"/>
              <a:gd name="connsiteX2" fmla="*/ 290598 w 1088729"/>
              <a:gd name="connsiteY2" fmla="*/ 0 h 1014296"/>
              <a:gd name="connsiteX3" fmla="*/ 0 w 1088729"/>
              <a:gd name="connsiteY3" fmla="*/ 422542 h 1014296"/>
              <a:gd name="connsiteX4" fmla="*/ 90309 w 1088729"/>
              <a:gd name="connsiteY4" fmla="*/ 563643 h 1014296"/>
              <a:gd name="connsiteX5" fmla="*/ 143955 w 1088729"/>
              <a:gd name="connsiteY5" fmla="*/ 641647 h 1014296"/>
              <a:gd name="connsiteX6" fmla="*/ 141371 w 1088729"/>
              <a:gd name="connsiteY6" fmla="*/ 643424 h 1014296"/>
              <a:gd name="connsiteX7" fmla="*/ 368976 w 1088729"/>
              <a:gd name="connsiteY7" fmla="*/ 999038 h 1014296"/>
              <a:gd name="connsiteX8" fmla="*/ 391161 w 1088729"/>
              <a:gd name="connsiteY8" fmla="*/ 1014296 h 101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8729" h="1014296">
                <a:moveTo>
                  <a:pt x="391161" y="1014296"/>
                </a:moveTo>
                <a:lnTo>
                  <a:pt x="1088729" y="0"/>
                </a:lnTo>
                <a:lnTo>
                  <a:pt x="290598" y="0"/>
                </a:lnTo>
                <a:lnTo>
                  <a:pt x="0" y="422542"/>
                </a:lnTo>
                <a:lnTo>
                  <a:pt x="90309" y="563643"/>
                </a:lnTo>
                <a:lnTo>
                  <a:pt x="143955" y="641647"/>
                </a:lnTo>
                <a:lnTo>
                  <a:pt x="141371" y="643424"/>
                </a:lnTo>
                <a:lnTo>
                  <a:pt x="368976" y="999038"/>
                </a:lnTo>
                <a:lnTo>
                  <a:pt x="391161" y="1014296"/>
                </a:lnTo>
                <a:close/>
              </a:path>
            </a:pathLst>
          </a:custGeom>
          <a:solidFill>
            <a:srgbClr val="DD957C"/>
          </a:solidFill>
          <a:ln>
            <a:solidFill>
              <a:srgbClr val="DD95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8" name="任意多边形 637"/>
          <p:cNvSpPr/>
          <p:nvPr/>
        </p:nvSpPr>
        <p:spPr>
          <a:xfrm flipV="1">
            <a:off x="4008048" y="5881804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D57053"/>
          </a:solidFill>
          <a:ln>
            <a:solidFill>
              <a:srgbClr val="D570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8" name="任意多边形 647"/>
          <p:cNvSpPr/>
          <p:nvPr/>
        </p:nvSpPr>
        <p:spPr>
          <a:xfrm flipV="1">
            <a:off x="6694090" y="5123204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D6F65"/>
          </a:solidFill>
          <a:ln>
            <a:solidFill>
              <a:srgbClr val="ED6F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1" name="任意多边形 660"/>
          <p:cNvSpPr/>
          <p:nvPr/>
        </p:nvSpPr>
        <p:spPr>
          <a:xfrm flipV="1">
            <a:off x="10822507" y="549545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508799"/>
          </a:solidFill>
          <a:ln>
            <a:solidFill>
              <a:srgbClr val="3778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6" name="任意多边形 665"/>
          <p:cNvSpPr/>
          <p:nvPr/>
        </p:nvSpPr>
        <p:spPr>
          <a:xfrm>
            <a:off x="9861917" y="5495459"/>
            <a:ext cx="1341240" cy="1384436"/>
          </a:xfrm>
          <a:custGeom>
            <a:avLst/>
            <a:gdLst>
              <a:gd name="connsiteX0" fmla="*/ 952127 w 1341240"/>
              <a:gd name="connsiteY0" fmla="*/ 0 h 1384436"/>
              <a:gd name="connsiteX1" fmla="*/ 967244 w 1341240"/>
              <a:gd name="connsiteY1" fmla="*/ 10397 h 1384436"/>
              <a:gd name="connsiteX2" fmla="*/ 1341240 w 1341240"/>
              <a:gd name="connsiteY2" fmla="*/ 594733 h 1384436"/>
              <a:gd name="connsiteX3" fmla="*/ 798132 w 1341240"/>
              <a:gd name="connsiteY3" fmla="*/ 1384436 h 1384436"/>
              <a:gd name="connsiteX4" fmla="*/ 0 w 1341240"/>
              <a:gd name="connsiteY4" fmla="*/ 1384436 h 1384436"/>
              <a:gd name="connsiteX5" fmla="*/ 952127 w 1341240"/>
              <a:gd name="connsiteY5" fmla="*/ 0 h 138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240" h="1384436">
                <a:moveTo>
                  <a:pt x="952127" y="0"/>
                </a:moveTo>
                <a:lnTo>
                  <a:pt x="967244" y="10397"/>
                </a:lnTo>
                <a:lnTo>
                  <a:pt x="1341240" y="594733"/>
                </a:lnTo>
                <a:lnTo>
                  <a:pt x="798132" y="1384436"/>
                </a:lnTo>
                <a:lnTo>
                  <a:pt x="0" y="1384436"/>
                </a:lnTo>
                <a:lnTo>
                  <a:pt x="952127" y="0"/>
                </a:lnTo>
                <a:close/>
              </a:path>
            </a:pathLst>
          </a:custGeom>
          <a:solidFill>
            <a:srgbClr val="30728C">
              <a:alpha val="59000"/>
            </a:srgbClr>
          </a:solidFill>
          <a:ln>
            <a:solidFill>
              <a:srgbClr val="7CA5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0" name="任意多边形 709"/>
          <p:cNvSpPr/>
          <p:nvPr/>
        </p:nvSpPr>
        <p:spPr>
          <a:xfrm>
            <a:off x="11211938" y="5495459"/>
            <a:ext cx="980063" cy="1384436"/>
          </a:xfrm>
          <a:custGeom>
            <a:avLst/>
            <a:gdLst>
              <a:gd name="connsiteX0" fmla="*/ 391161 w 980063"/>
              <a:gd name="connsiteY0" fmla="*/ 0 h 1384436"/>
              <a:gd name="connsiteX1" fmla="*/ 980063 w 980063"/>
              <a:gd name="connsiteY1" fmla="*/ 856291 h 1384436"/>
              <a:gd name="connsiteX2" fmla="*/ 980063 w 980063"/>
              <a:gd name="connsiteY2" fmla="*/ 1384436 h 1384436"/>
              <a:gd name="connsiteX3" fmla="*/ 545157 w 980063"/>
              <a:gd name="connsiteY3" fmla="*/ 1384436 h 1384436"/>
              <a:gd name="connsiteX4" fmla="*/ 0 w 980063"/>
              <a:gd name="connsiteY4" fmla="*/ 591754 h 1384436"/>
              <a:gd name="connsiteX5" fmla="*/ 90309 w 980063"/>
              <a:gd name="connsiteY5" fmla="*/ 450653 h 1384436"/>
              <a:gd name="connsiteX6" fmla="*/ 143955 w 980063"/>
              <a:gd name="connsiteY6" fmla="*/ 372649 h 1384436"/>
              <a:gd name="connsiteX7" fmla="*/ 141371 w 980063"/>
              <a:gd name="connsiteY7" fmla="*/ 370872 h 1384436"/>
              <a:gd name="connsiteX8" fmla="*/ 368976 w 980063"/>
              <a:gd name="connsiteY8" fmla="*/ 15258 h 1384436"/>
              <a:gd name="connsiteX9" fmla="*/ 391161 w 980063"/>
              <a:gd name="connsiteY9" fmla="*/ 0 h 138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0063" h="1384436">
                <a:moveTo>
                  <a:pt x="391161" y="0"/>
                </a:moveTo>
                <a:lnTo>
                  <a:pt x="980063" y="856291"/>
                </a:lnTo>
                <a:lnTo>
                  <a:pt x="980063" y="1384436"/>
                </a:lnTo>
                <a:lnTo>
                  <a:pt x="545157" y="1384436"/>
                </a:lnTo>
                <a:lnTo>
                  <a:pt x="0" y="591754"/>
                </a:lnTo>
                <a:lnTo>
                  <a:pt x="90309" y="450653"/>
                </a:lnTo>
                <a:lnTo>
                  <a:pt x="143955" y="372649"/>
                </a:lnTo>
                <a:lnTo>
                  <a:pt x="141371" y="370872"/>
                </a:lnTo>
                <a:lnTo>
                  <a:pt x="368976" y="15258"/>
                </a:lnTo>
                <a:lnTo>
                  <a:pt x="391161" y="0"/>
                </a:lnTo>
                <a:close/>
              </a:path>
            </a:pathLst>
          </a:custGeom>
          <a:solidFill>
            <a:srgbClr val="7CA5A8"/>
          </a:solidFill>
          <a:ln>
            <a:solidFill>
              <a:srgbClr val="7BA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1" name="任意多边形 670"/>
          <p:cNvSpPr/>
          <p:nvPr/>
        </p:nvSpPr>
        <p:spPr>
          <a:xfrm flipV="1">
            <a:off x="9195717" y="5503274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49B35"/>
          </a:solidFill>
          <a:ln>
            <a:solidFill>
              <a:srgbClr val="E49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>
            <a:off x="8221119" y="5503275"/>
            <a:ext cx="1355248" cy="1404805"/>
          </a:xfrm>
          <a:custGeom>
            <a:avLst/>
            <a:gdLst>
              <a:gd name="connsiteX0" fmla="*/ 966135 w 1355248"/>
              <a:gd name="connsiteY0" fmla="*/ 0 h 1404805"/>
              <a:gd name="connsiteX1" fmla="*/ 981252 w 1355248"/>
              <a:gd name="connsiteY1" fmla="*/ 10397 h 1404805"/>
              <a:gd name="connsiteX2" fmla="*/ 1355248 w 1355248"/>
              <a:gd name="connsiteY2" fmla="*/ 594733 h 1404805"/>
              <a:gd name="connsiteX3" fmla="*/ 798132 w 1355248"/>
              <a:gd name="connsiteY3" fmla="*/ 1404805 h 1404805"/>
              <a:gd name="connsiteX4" fmla="*/ 0 w 1355248"/>
              <a:gd name="connsiteY4" fmla="*/ 1404805 h 1404805"/>
              <a:gd name="connsiteX5" fmla="*/ 966135 w 1355248"/>
              <a:gd name="connsiteY5" fmla="*/ 0 h 1404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5248" h="1404805">
                <a:moveTo>
                  <a:pt x="966135" y="0"/>
                </a:moveTo>
                <a:lnTo>
                  <a:pt x="981252" y="10397"/>
                </a:lnTo>
                <a:lnTo>
                  <a:pt x="1355248" y="594733"/>
                </a:lnTo>
                <a:lnTo>
                  <a:pt x="798132" y="1404805"/>
                </a:lnTo>
                <a:lnTo>
                  <a:pt x="0" y="1404805"/>
                </a:lnTo>
                <a:lnTo>
                  <a:pt x="966135" y="0"/>
                </a:lnTo>
                <a:close/>
              </a:path>
            </a:pathLst>
          </a:custGeom>
          <a:solidFill>
            <a:srgbClr val="E49B35">
              <a:alpha val="87000"/>
            </a:srgbClr>
          </a:solidFill>
          <a:ln>
            <a:solidFill>
              <a:srgbClr val="E5A6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任意多边形 80"/>
          <p:cNvSpPr/>
          <p:nvPr/>
        </p:nvSpPr>
        <p:spPr>
          <a:xfrm>
            <a:off x="9585148" y="5503275"/>
            <a:ext cx="1352191" cy="1397381"/>
          </a:xfrm>
          <a:custGeom>
            <a:avLst/>
            <a:gdLst>
              <a:gd name="connsiteX0" fmla="*/ 391161 w 1352191"/>
              <a:gd name="connsiteY0" fmla="*/ 0 h 1397381"/>
              <a:gd name="connsiteX1" fmla="*/ 1352191 w 1352191"/>
              <a:gd name="connsiteY1" fmla="*/ 1397381 h 1397381"/>
              <a:gd name="connsiteX2" fmla="*/ 554059 w 1352191"/>
              <a:gd name="connsiteY2" fmla="*/ 1397381 h 1397381"/>
              <a:gd name="connsiteX3" fmla="*/ 0 w 1352191"/>
              <a:gd name="connsiteY3" fmla="*/ 591754 h 1397381"/>
              <a:gd name="connsiteX4" fmla="*/ 90309 w 1352191"/>
              <a:gd name="connsiteY4" fmla="*/ 450653 h 1397381"/>
              <a:gd name="connsiteX5" fmla="*/ 143955 w 1352191"/>
              <a:gd name="connsiteY5" fmla="*/ 372649 h 1397381"/>
              <a:gd name="connsiteX6" fmla="*/ 141371 w 1352191"/>
              <a:gd name="connsiteY6" fmla="*/ 370872 h 1397381"/>
              <a:gd name="connsiteX7" fmla="*/ 368976 w 1352191"/>
              <a:gd name="connsiteY7" fmla="*/ 15258 h 1397381"/>
              <a:gd name="connsiteX8" fmla="*/ 391161 w 1352191"/>
              <a:gd name="connsiteY8" fmla="*/ 0 h 1397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2191" h="1397381">
                <a:moveTo>
                  <a:pt x="391161" y="0"/>
                </a:moveTo>
                <a:lnTo>
                  <a:pt x="1352191" y="1397381"/>
                </a:lnTo>
                <a:lnTo>
                  <a:pt x="554059" y="1397381"/>
                </a:lnTo>
                <a:lnTo>
                  <a:pt x="0" y="591754"/>
                </a:lnTo>
                <a:lnTo>
                  <a:pt x="90309" y="450653"/>
                </a:lnTo>
                <a:lnTo>
                  <a:pt x="143955" y="372649"/>
                </a:lnTo>
                <a:lnTo>
                  <a:pt x="141371" y="370872"/>
                </a:lnTo>
                <a:lnTo>
                  <a:pt x="368976" y="15258"/>
                </a:lnTo>
                <a:lnTo>
                  <a:pt x="391161" y="0"/>
                </a:lnTo>
                <a:close/>
              </a:path>
            </a:pathLst>
          </a:custGeom>
          <a:solidFill>
            <a:srgbClr val="E49B35">
              <a:alpha val="87000"/>
            </a:srgbClr>
          </a:solidFill>
          <a:ln>
            <a:solidFill>
              <a:srgbClr val="E5A6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89" name="任意多边形 788"/>
          <p:cNvSpPr/>
          <p:nvPr/>
        </p:nvSpPr>
        <p:spPr>
          <a:xfrm flipV="1">
            <a:off x="3302696" y="5881804"/>
            <a:ext cx="1086681" cy="1014296"/>
          </a:xfrm>
          <a:custGeom>
            <a:avLst/>
            <a:gdLst>
              <a:gd name="connsiteX0" fmla="*/ 697568 w 1086681"/>
              <a:gd name="connsiteY0" fmla="*/ 1014296 h 1014296"/>
              <a:gd name="connsiteX1" fmla="*/ 712685 w 1086681"/>
              <a:gd name="connsiteY1" fmla="*/ 1003899 h 1014296"/>
              <a:gd name="connsiteX2" fmla="*/ 1086681 w 1086681"/>
              <a:gd name="connsiteY2" fmla="*/ 419563 h 1014296"/>
              <a:gd name="connsiteX3" fmla="*/ 798132 w 1086681"/>
              <a:gd name="connsiteY3" fmla="*/ 0 h 1014296"/>
              <a:gd name="connsiteX4" fmla="*/ 0 w 1086681"/>
              <a:gd name="connsiteY4" fmla="*/ 0 h 1014296"/>
              <a:gd name="connsiteX5" fmla="*/ 697568 w 1086681"/>
              <a:gd name="connsiteY5" fmla="*/ 1014296 h 101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6681" h="1014296">
                <a:moveTo>
                  <a:pt x="697568" y="1014296"/>
                </a:moveTo>
                <a:lnTo>
                  <a:pt x="712685" y="1003899"/>
                </a:lnTo>
                <a:lnTo>
                  <a:pt x="1086681" y="419563"/>
                </a:lnTo>
                <a:lnTo>
                  <a:pt x="798132" y="0"/>
                </a:lnTo>
                <a:lnTo>
                  <a:pt x="0" y="0"/>
                </a:lnTo>
                <a:lnTo>
                  <a:pt x="697568" y="1014296"/>
                </a:lnTo>
                <a:close/>
              </a:path>
            </a:pathLst>
          </a:custGeom>
          <a:solidFill>
            <a:srgbClr val="DD957C">
              <a:alpha val="76000"/>
            </a:srgbClr>
          </a:solidFill>
          <a:ln>
            <a:solidFill>
              <a:srgbClr val="E2AB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3" name="矩形 712"/>
          <p:cNvSpPr/>
          <p:nvPr/>
        </p:nvSpPr>
        <p:spPr>
          <a:xfrm>
            <a:off x="0" y="453529"/>
            <a:ext cx="686812" cy="463303"/>
          </a:xfrm>
          <a:prstGeom prst="rect">
            <a:avLst/>
          </a:prstGeom>
          <a:solidFill>
            <a:srgbClr val="3461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5" name="直接连接符 714"/>
          <p:cNvCxnSpPr/>
          <p:nvPr/>
        </p:nvCxnSpPr>
        <p:spPr>
          <a:xfrm>
            <a:off x="789728" y="452710"/>
            <a:ext cx="0" cy="464941"/>
          </a:xfrm>
          <a:prstGeom prst="line">
            <a:avLst/>
          </a:prstGeom>
          <a:ln w="19050">
            <a:solidFill>
              <a:srgbClr val="3461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8" name="矩形 827"/>
          <p:cNvSpPr/>
          <p:nvPr/>
        </p:nvSpPr>
        <p:spPr>
          <a:xfrm>
            <a:off x="842301" y="2455021"/>
            <a:ext cx="82118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315B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Campus Marketplace</a:t>
            </a:r>
          </a:p>
          <a:p>
            <a:pPr algn="ctr"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315B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Second-Hand Trading Platform</a:t>
            </a:r>
          </a:p>
        </p:txBody>
      </p:sp>
      <p:sp>
        <p:nvSpPr>
          <p:cNvPr id="687" name="任意多边形 686"/>
          <p:cNvSpPr/>
          <p:nvPr/>
        </p:nvSpPr>
        <p:spPr>
          <a:xfrm>
            <a:off x="8185355" y="0"/>
            <a:ext cx="2771399" cy="3463952"/>
          </a:xfrm>
          <a:custGeom>
            <a:avLst/>
            <a:gdLst>
              <a:gd name="connsiteX0" fmla="*/ 0 w 2771399"/>
              <a:gd name="connsiteY0" fmla="*/ 0 h 3463952"/>
              <a:gd name="connsiteX1" fmla="*/ 798131 w 2771399"/>
              <a:gd name="connsiteY1" fmla="*/ 0 h 3463952"/>
              <a:gd name="connsiteX2" fmla="*/ 2771399 w 2771399"/>
              <a:gd name="connsiteY2" fmla="*/ 2869219 h 3463952"/>
              <a:gd name="connsiteX3" fmla="*/ 2397403 w 2771399"/>
              <a:gd name="connsiteY3" fmla="*/ 3453555 h 3463952"/>
              <a:gd name="connsiteX4" fmla="*/ 2382286 w 2771399"/>
              <a:gd name="connsiteY4" fmla="*/ 3463952 h 3463952"/>
              <a:gd name="connsiteX5" fmla="*/ 0 w 2771399"/>
              <a:gd name="connsiteY5" fmla="*/ 0 h 346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1399" h="3463952">
                <a:moveTo>
                  <a:pt x="0" y="0"/>
                </a:moveTo>
                <a:lnTo>
                  <a:pt x="798131" y="0"/>
                </a:lnTo>
                <a:lnTo>
                  <a:pt x="2771399" y="2869219"/>
                </a:lnTo>
                <a:lnTo>
                  <a:pt x="2397403" y="3453555"/>
                </a:lnTo>
                <a:lnTo>
                  <a:pt x="2382286" y="3463952"/>
                </a:lnTo>
                <a:lnTo>
                  <a:pt x="0" y="0"/>
                </a:lnTo>
                <a:close/>
              </a:path>
            </a:pathLst>
          </a:custGeom>
          <a:solidFill>
            <a:srgbClr val="D57053">
              <a:alpha val="30000"/>
            </a:srgbClr>
          </a:solidFill>
          <a:ln>
            <a:solidFill>
              <a:srgbClr val="EACE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5" name="任意多边形 824"/>
          <p:cNvSpPr/>
          <p:nvPr/>
        </p:nvSpPr>
        <p:spPr>
          <a:xfrm flipH="1" flipV="1">
            <a:off x="6939227" y="1574003"/>
            <a:ext cx="4043737" cy="5305892"/>
          </a:xfrm>
          <a:custGeom>
            <a:avLst/>
            <a:gdLst>
              <a:gd name="connsiteX0" fmla="*/ 389113 w 4043737"/>
              <a:gd name="connsiteY0" fmla="*/ 5305892 h 5305892"/>
              <a:gd name="connsiteX1" fmla="*/ 373996 w 4043737"/>
              <a:gd name="connsiteY1" fmla="*/ 5295495 h 5305892"/>
              <a:gd name="connsiteX2" fmla="*/ 0 w 4043737"/>
              <a:gd name="connsiteY2" fmla="*/ 4711159 h 5305892"/>
              <a:gd name="connsiteX3" fmla="*/ 2281471 w 4043737"/>
              <a:gd name="connsiteY3" fmla="*/ 1393799 h 5305892"/>
              <a:gd name="connsiteX4" fmla="*/ 2285250 w 4043737"/>
              <a:gd name="connsiteY4" fmla="*/ 1396398 h 5305892"/>
              <a:gd name="connsiteX5" fmla="*/ 3245605 w 4043737"/>
              <a:gd name="connsiteY5" fmla="*/ 0 h 5305892"/>
              <a:gd name="connsiteX6" fmla="*/ 4043737 w 4043737"/>
              <a:gd name="connsiteY6" fmla="*/ 0 h 5305892"/>
              <a:gd name="connsiteX7" fmla="*/ 1810872 w 4043737"/>
              <a:gd name="connsiteY7" fmla="*/ 3246685 h 5305892"/>
              <a:gd name="connsiteX8" fmla="*/ 1807092 w 4043737"/>
              <a:gd name="connsiteY8" fmla="*/ 3244086 h 5305892"/>
              <a:gd name="connsiteX9" fmla="*/ 389113 w 4043737"/>
              <a:gd name="connsiteY9" fmla="*/ 5305892 h 530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3737" h="5305892">
                <a:moveTo>
                  <a:pt x="389113" y="5305892"/>
                </a:moveTo>
                <a:lnTo>
                  <a:pt x="373996" y="5295495"/>
                </a:lnTo>
                <a:lnTo>
                  <a:pt x="0" y="4711159"/>
                </a:lnTo>
                <a:lnTo>
                  <a:pt x="2281471" y="1393799"/>
                </a:lnTo>
                <a:lnTo>
                  <a:pt x="2285250" y="1396398"/>
                </a:lnTo>
                <a:lnTo>
                  <a:pt x="3245605" y="0"/>
                </a:lnTo>
                <a:lnTo>
                  <a:pt x="4043737" y="0"/>
                </a:lnTo>
                <a:lnTo>
                  <a:pt x="1810872" y="3246685"/>
                </a:lnTo>
                <a:lnTo>
                  <a:pt x="1807092" y="3244086"/>
                </a:lnTo>
                <a:lnTo>
                  <a:pt x="389113" y="5305892"/>
                </a:lnTo>
                <a:close/>
              </a:path>
            </a:pathLst>
          </a:custGeom>
          <a:solidFill>
            <a:srgbClr val="88A378">
              <a:alpha val="30000"/>
            </a:srgbClr>
          </a:solidFill>
          <a:ln>
            <a:solidFill>
              <a:srgbClr val="D3DCC5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8" name="任意多边形 817"/>
          <p:cNvSpPr/>
          <p:nvPr/>
        </p:nvSpPr>
        <p:spPr>
          <a:xfrm flipV="1">
            <a:off x="7083520" y="5123204"/>
            <a:ext cx="1610447" cy="1772896"/>
          </a:xfrm>
          <a:custGeom>
            <a:avLst/>
            <a:gdLst>
              <a:gd name="connsiteX0" fmla="*/ 391161 w 1610447"/>
              <a:gd name="connsiteY0" fmla="*/ 1772896 h 1772896"/>
              <a:gd name="connsiteX1" fmla="*/ 1610447 w 1610447"/>
              <a:gd name="connsiteY1" fmla="*/ 0 h 1772896"/>
              <a:gd name="connsiteX2" fmla="*/ 812315 w 1610447"/>
              <a:gd name="connsiteY2" fmla="*/ 0 h 1772896"/>
              <a:gd name="connsiteX3" fmla="*/ 0 w 1610447"/>
              <a:gd name="connsiteY3" fmla="*/ 1181142 h 1772896"/>
              <a:gd name="connsiteX4" fmla="*/ 90309 w 1610447"/>
              <a:gd name="connsiteY4" fmla="*/ 1322243 h 1772896"/>
              <a:gd name="connsiteX5" fmla="*/ 143955 w 1610447"/>
              <a:gd name="connsiteY5" fmla="*/ 1400247 h 1772896"/>
              <a:gd name="connsiteX6" fmla="*/ 141371 w 1610447"/>
              <a:gd name="connsiteY6" fmla="*/ 1402024 h 1772896"/>
              <a:gd name="connsiteX7" fmla="*/ 368976 w 1610447"/>
              <a:gd name="connsiteY7" fmla="*/ 1757638 h 1772896"/>
              <a:gd name="connsiteX8" fmla="*/ 391161 w 1610447"/>
              <a:gd name="connsiteY8" fmla="*/ 1772896 h 177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0447" h="1772896">
                <a:moveTo>
                  <a:pt x="391161" y="1772896"/>
                </a:moveTo>
                <a:lnTo>
                  <a:pt x="1610447" y="0"/>
                </a:lnTo>
                <a:lnTo>
                  <a:pt x="812315" y="0"/>
                </a:lnTo>
                <a:lnTo>
                  <a:pt x="0" y="1181142"/>
                </a:lnTo>
                <a:lnTo>
                  <a:pt x="90309" y="1322243"/>
                </a:lnTo>
                <a:lnTo>
                  <a:pt x="143955" y="1400247"/>
                </a:lnTo>
                <a:lnTo>
                  <a:pt x="141371" y="1402024"/>
                </a:lnTo>
                <a:lnTo>
                  <a:pt x="368976" y="1757638"/>
                </a:lnTo>
                <a:lnTo>
                  <a:pt x="391161" y="1772896"/>
                </a:lnTo>
                <a:close/>
              </a:path>
            </a:pathLst>
          </a:custGeom>
          <a:solidFill>
            <a:srgbClr val="ED6F65">
              <a:alpha val="88000"/>
            </a:srgbClr>
          </a:solidFill>
          <a:ln>
            <a:solidFill>
              <a:srgbClr val="ED80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76874" y="3476553"/>
            <a:ext cx="40437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Team: Group 17</a:t>
            </a:r>
          </a:p>
          <a:p>
            <a:r>
              <a:rPr lang="en-US" altLang="zh-CN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1:Ziao He,002539722</a:t>
            </a:r>
            <a:r>
              <a:rPr lang="zh-CN" altLang="en-US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3461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2:Yujie Liang, 002085359</a:t>
            </a:r>
          </a:p>
          <a:p>
            <a:r>
              <a:rPr lang="en-US" altLang="zh-CN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3:Yiyang Lin,002565394</a:t>
            </a:r>
            <a:r>
              <a:rPr lang="zh-CN" altLang="en-US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3461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4:Liyun Li,002593949 </a:t>
            </a:r>
          </a:p>
        </p:txBody>
      </p:sp>
      <p:sp>
        <p:nvSpPr>
          <p:cNvPr id="55" name="任意多边形 54"/>
          <p:cNvSpPr/>
          <p:nvPr/>
        </p:nvSpPr>
        <p:spPr>
          <a:xfrm flipH="1" flipV="1">
            <a:off x="1562519" y="5459183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D5249">
              <a:alpha val="82000"/>
            </a:srgbClr>
          </a:solidFill>
          <a:ln>
            <a:solidFill>
              <a:srgbClr val="EE6F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A8E8DE-8A6B-7124-122B-7E39F90A896E}"/>
              </a:ext>
            </a:extLst>
          </p:cNvPr>
          <p:cNvSpPr/>
          <p:nvPr/>
        </p:nvSpPr>
        <p:spPr>
          <a:xfrm>
            <a:off x="695592" y="194402"/>
            <a:ext cx="812751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INFO 5100</a:t>
            </a:r>
          </a:p>
          <a:p>
            <a:pPr algn="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Application Engineer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61D472-AAAB-CA93-68EC-163D88246742}"/>
              </a:ext>
            </a:extLst>
          </p:cNvPr>
          <p:cNvSpPr/>
          <p:nvPr/>
        </p:nvSpPr>
        <p:spPr>
          <a:xfrm>
            <a:off x="-13284" y="5027144"/>
            <a:ext cx="120143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Key Focus: End-to-End Trading Workflow </a:t>
            </a:r>
          </a:p>
          <a:p>
            <a:pPr algn="ctr"/>
            <a:r>
              <a:rPr lang="en-US" altLang="zh-CN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                            &amp; </a:t>
            </a:r>
          </a:p>
          <a:p>
            <a:pPr algn="r"/>
            <a:r>
              <a:rPr lang="en-US" altLang="zh-CN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Role-Based Management</a:t>
            </a:r>
            <a:endParaRPr lang="zh-CN" altLang="en-US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8743929"/>
      </p:ext>
    </p:extLst>
  </p:cSld>
  <p:clrMapOvr>
    <a:masterClrMapping/>
  </p:clrMapOvr>
  <p:transition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8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8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1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28" grpId="0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8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8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28" grpId="0"/>
          <p:bldP spid="5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796570" y="787717"/>
            <a:ext cx="78973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平行四边形 40"/>
          <p:cNvSpPr/>
          <p:nvPr/>
        </p:nvSpPr>
        <p:spPr>
          <a:xfrm>
            <a:off x="361594" y="316056"/>
            <a:ext cx="1038811" cy="479165"/>
          </a:xfrm>
          <a:prstGeom prst="parallelogram">
            <a:avLst/>
          </a:prstGeom>
          <a:solidFill>
            <a:srgbClr val="3461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370687" y="294028"/>
            <a:ext cx="1020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498444" y="355583"/>
            <a:ext cx="31868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3461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Problem Statement</a:t>
            </a:r>
            <a:endParaRPr lang="en-US" sz="2400" b="1" dirty="0">
              <a:solidFill>
                <a:srgbClr val="3461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C89B88-4185-18F1-F432-68A8544BB315}"/>
              </a:ext>
            </a:extLst>
          </p:cNvPr>
          <p:cNvSpPr txBox="1"/>
          <p:nvPr/>
        </p:nvSpPr>
        <p:spPr>
          <a:xfrm>
            <a:off x="796570" y="1166842"/>
            <a:ext cx="73267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College students often exchange second-hand textbooks, small furniture and electronic products.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very difficult to effectively search for products, compare prices or verify the reliability of the other party.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no campus-specific platform that supports the entire transaction process (listing, searching, communication, booking, completion) and has basic security and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Therefore, students waste time, miss good opportunities and feel uncertain - this clearly indicates the need for a dedicated campus market.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297A-AA89-FB96-70FC-3CE5CEF2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D482BBB-CD32-C398-7DC5-4A72E7A4DD94}"/>
              </a:ext>
            </a:extLst>
          </p:cNvPr>
          <p:cNvCxnSpPr/>
          <p:nvPr/>
        </p:nvCxnSpPr>
        <p:spPr>
          <a:xfrm>
            <a:off x="796570" y="787717"/>
            <a:ext cx="78973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平行四边形 40">
            <a:extLst>
              <a:ext uri="{FF2B5EF4-FFF2-40B4-BE49-F238E27FC236}">
                <a16:creationId xmlns:a16="http://schemas.microsoft.com/office/drawing/2014/main" id="{856C1391-FE78-32AE-F009-5E5BF36BCF1E}"/>
              </a:ext>
            </a:extLst>
          </p:cNvPr>
          <p:cNvSpPr/>
          <p:nvPr/>
        </p:nvSpPr>
        <p:spPr>
          <a:xfrm>
            <a:off x="361594" y="316056"/>
            <a:ext cx="1038811" cy="479165"/>
          </a:xfrm>
          <a:prstGeom prst="parallelogram">
            <a:avLst/>
          </a:prstGeom>
          <a:solidFill>
            <a:srgbClr val="3461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CAC45C8-E04E-8A53-60D4-61B1ECB35762}"/>
              </a:ext>
            </a:extLst>
          </p:cNvPr>
          <p:cNvSpPr txBox="1"/>
          <p:nvPr/>
        </p:nvSpPr>
        <p:spPr>
          <a:xfrm>
            <a:off x="370687" y="294028"/>
            <a:ext cx="1020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7D00D8-2DA0-5AC1-6448-8E3A5A26FAEB}"/>
              </a:ext>
            </a:extLst>
          </p:cNvPr>
          <p:cNvSpPr/>
          <p:nvPr/>
        </p:nvSpPr>
        <p:spPr>
          <a:xfrm>
            <a:off x="1498444" y="355583"/>
            <a:ext cx="2941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UML Class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Diagram</a:t>
            </a:r>
            <a:endParaRPr lang="en-US" sz="2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6F13E8-095E-B7E2-D1C2-F5F6AE94C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" y="773460"/>
            <a:ext cx="9086712" cy="599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158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B665-D9F0-8161-272B-973E7A8D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0083732-0C21-D153-C712-351707D138B7}"/>
              </a:ext>
            </a:extLst>
          </p:cNvPr>
          <p:cNvCxnSpPr/>
          <p:nvPr/>
        </p:nvCxnSpPr>
        <p:spPr>
          <a:xfrm>
            <a:off x="796570" y="787717"/>
            <a:ext cx="78973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平行四边形 40">
            <a:extLst>
              <a:ext uri="{FF2B5EF4-FFF2-40B4-BE49-F238E27FC236}">
                <a16:creationId xmlns:a16="http://schemas.microsoft.com/office/drawing/2014/main" id="{4DC342D2-1EAE-CC82-83CB-DBE49DFCCDE1}"/>
              </a:ext>
            </a:extLst>
          </p:cNvPr>
          <p:cNvSpPr/>
          <p:nvPr/>
        </p:nvSpPr>
        <p:spPr>
          <a:xfrm>
            <a:off x="361594" y="316056"/>
            <a:ext cx="1038811" cy="479165"/>
          </a:xfrm>
          <a:prstGeom prst="parallelogram">
            <a:avLst/>
          </a:prstGeom>
          <a:solidFill>
            <a:srgbClr val="3461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77BB03-0F80-8024-D682-7536A7A8D7FF}"/>
              </a:ext>
            </a:extLst>
          </p:cNvPr>
          <p:cNvSpPr txBox="1"/>
          <p:nvPr/>
        </p:nvSpPr>
        <p:spPr>
          <a:xfrm>
            <a:off x="370687" y="294028"/>
            <a:ext cx="1020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B13DE37-091E-8410-6FE6-537CE13DAA3C}"/>
              </a:ext>
            </a:extLst>
          </p:cNvPr>
          <p:cNvSpPr/>
          <p:nvPr/>
        </p:nvSpPr>
        <p:spPr>
          <a:xfrm>
            <a:off x="1498444" y="355583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dvanced feature introduction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6624E5E-7EE0-8731-AE11-633FB7088225}"/>
              </a:ext>
            </a:extLst>
          </p:cNvPr>
          <p:cNvCxnSpPr/>
          <p:nvPr/>
        </p:nvCxnSpPr>
        <p:spPr>
          <a:xfrm>
            <a:off x="796570" y="787717"/>
            <a:ext cx="78973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87A35CC-0FCA-909A-EC66-B069FFF8FBA2}"/>
              </a:ext>
            </a:extLst>
          </p:cNvPr>
          <p:cNvSpPr/>
          <p:nvPr/>
        </p:nvSpPr>
        <p:spPr>
          <a:xfrm>
            <a:off x="361315" y="1659449"/>
            <a:ext cx="10998200" cy="119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✅The two roles can switch with each other</a:t>
            </a: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✅Communicate with the seller</a:t>
            </a:r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✅</a:t>
            </a:r>
            <a:r>
              <a:rPr lang="en-US" altLang="zh-CN" dirty="0"/>
              <a:t>Track Order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FED229D-D4E5-79A6-67B3-38422CC31745}"/>
              </a:ext>
            </a:extLst>
          </p:cNvPr>
          <p:cNvGrpSpPr/>
          <p:nvPr/>
        </p:nvGrpSpPr>
        <p:grpSpPr>
          <a:xfrm>
            <a:off x="361315" y="1184910"/>
            <a:ext cx="11104880" cy="1671662"/>
            <a:chOff x="1285643" y="1772435"/>
            <a:chExt cx="7135479" cy="357266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9AC1BBC-8172-6A23-AF10-2D03B89E6AED}"/>
                </a:ext>
              </a:extLst>
            </p:cNvPr>
            <p:cNvSpPr/>
            <p:nvPr/>
          </p:nvSpPr>
          <p:spPr>
            <a:xfrm>
              <a:off x="1285644" y="2104682"/>
              <a:ext cx="7135478" cy="3240417"/>
            </a:xfrm>
            <a:prstGeom prst="rect">
              <a:avLst/>
            </a:prstGeom>
            <a:noFill/>
            <a:ln w="12700">
              <a:solidFill>
                <a:srgbClr val="3461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919ED5A-064A-E18C-9751-67AE4ABF159D}"/>
                </a:ext>
              </a:extLst>
            </p:cNvPr>
            <p:cNvSpPr/>
            <p:nvPr/>
          </p:nvSpPr>
          <p:spPr>
            <a:xfrm>
              <a:off x="1285643" y="1772435"/>
              <a:ext cx="4389016" cy="338554"/>
            </a:xfrm>
            <a:prstGeom prst="rect">
              <a:avLst/>
            </a:prstGeom>
            <a:solidFill>
              <a:srgbClr val="3461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BD87C55-D3C4-9FCB-E24C-25AB2022D778}"/>
              </a:ext>
            </a:extLst>
          </p:cNvPr>
          <p:cNvGrpSpPr/>
          <p:nvPr/>
        </p:nvGrpSpPr>
        <p:grpSpPr>
          <a:xfrm>
            <a:off x="370687" y="1339932"/>
            <a:ext cx="3961962" cy="379059"/>
            <a:chOff x="1188069" y="1551213"/>
            <a:chExt cx="3918582" cy="44862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817A1D7-416A-847F-0D33-E334271A6A7A}"/>
                </a:ext>
              </a:extLst>
            </p:cNvPr>
            <p:cNvSpPr/>
            <p:nvPr/>
          </p:nvSpPr>
          <p:spPr>
            <a:xfrm>
              <a:off x="1188069" y="1551213"/>
              <a:ext cx="2502541" cy="423548"/>
            </a:xfrm>
            <a:prstGeom prst="rect">
              <a:avLst/>
            </a:prstGeom>
            <a:solidFill>
              <a:srgbClr val="5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8FFA68A-988C-E71B-1B15-8C082782C05C}"/>
                </a:ext>
              </a:extLst>
            </p:cNvPr>
            <p:cNvSpPr/>
            <p:nvPr/>
          </p:nvSpPr>
          <p:spPr>
            <a:xfrm>
              <a:off x="1202109" y="1562725"/>
              <a:ext cx="3904542" cy="437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Buyer-side Features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74FFE176-CC62-B16A-AFC5-2E836AD3F1BF}"/>
              </a:ext>
            </a:extLst>
          </p:cNvPr>
          <p:cNvSpPr/>
          <p:nvPr/>
        </p:nvSpPr>
        <p:spPr>
          <a:xfrm>
            <a:off x="361315" y="3396895"/>
            <a:ext cx="10998200" cy="787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✅Track and manage orders until completion</a:t>
            </a: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✅Communicate with the buyer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645ACEE-DDF0-6FAE-7AC9-28B0FA6D0546}"/>
              </a:ext>
            </a:extLst>
          </p:cNvPr>
          <p:cNvGrpSpPr/>
          <p:nvPr/>
        </p:nvGrpSpPr>
        <p:grpSpPr>
          <a:xfrm>
            <a:off x="361315" y="2922356"/>
            <a:ext cx="11104880" cy="1446320"/>
            <a:chOff x="1285643" y="1772435"/>
            <a:chExt cx="7135479" cy="357266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D72C142-7B5D-EF4F-6127-6FCF3F920029}"/>
                </a:ext>
              </a:extLst>
            </p:cNvPr>
            <p:cNvSpPr/>
            <p:nvPr/>
          </p:nvSpPr>
          <p:spPr>
            <a:xfrm>
              <a:off x="1285644" y="2104682"/>
              <a:ext cx="7135478" cy="3240417"/>
            </a:xfrm>
            <a:prstGeom prst="rect">
              <a:avLst/>
            </a:prstGeom>
            <a:noFill/>
            <a:ln w="12700">
              <a:solidFill>
                <a:srgbClr val="3461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858F41F-3509-9487-C719-5BE425220DD4}"/>
                </a:ext>
              </a:extLst>
            </p:cNvPr>
            <p:cNvSpPr/>
            <p:nvPr/>
          </p:nvSpPr>
          <p:spPr>
            <a:xfrm>
              <a:off x="1285643" y="1772435"/>
              <a:ext cx="4389016" cy="338554"/>
            </a:xfrm>
            <a:prstGeom prst="rect">
              <a:avLst/>
            </a:prstGeom>
            <a:solidFill>
              <a:srgbClr val="3461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0ACCF58-9A97-2F64-C622-3825E04DBE5C}"/>
              </a:ext>
            </a:extLst>
          </p:cNvPr>
          <p:cNvGrpSpPr/>
          <p:nvPr/>
        </p:nvGrpSpPr>
        <p:grpSpPr>
          <a:xfrm>
            <a:off x="370687" y="3077378"/>
            <a:ext cx="3961962" cy="379059"/>
            <a:chOff x="1188069" y="1551213"/>
            <a:chExt cx="3918582" cy="44862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E0A730D-A448-1D7D-D20F-344950B106FD}"/>
                </a:ext>
              </a:extLst>
            </p:cNvPr>
            <p:cNvSpPr/>
            <p:nvPr/>
          </p:nvSpPr>
          <p:spPr>
            <a:xfrm>
              <a:off x="1188069" y="1551213"/>
              <a:ext cx="2502541" cy="423548"/>
            </a:xfrm>
            <a:prstGeom prst="rect">
              <a:avLst/>
            </a:prstGeom>
            <a:solidFill>
              <a:srgbClr val="5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2A0CAC0-AB77-B6EC-18EC-6032F965C513}"/>
                </a:ext>
              </a:extLst>
            </p:cNvPr>
            <p:cNvSpPr/>
            <p:nvPr/>
          </p:nvSpPr>
          <p:spPr>
            <a:xfrm>
              <a:off x="1202109" y="1562725"/>
              <a:ext cx="3904542" cy="437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Seller-side Features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2754E109-3E9C-D0EE-10C4-3FD3F7E4460A}"/>
              </a:ext>
            </a:extLst>
          </p:cNvPr>
          <p:cNvSpPr/>
          <p:nvPr/>
        </p:nvSpPr>
        <p:spPr>
          <a:xfrm>
            <a:off x="361315" y="4870907"/>
            <a:ext cx="10998200" cy="787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✅Senior administrators can see everyone's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Workrequest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✅Trace each work request to see who submitted it.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CE7196B-37F2-8C8E-C55C-115B0B6404ED}"/>
              </a:ext>
            </a:extLst>
          </p:cNvPr>
          <p:cNvGrpSpPr/>
          <p:nvPr/>
        </p:nvGrpSpPr>
        <p:grpSpPr>
          <a:xfrm>
            <a:off x="361315" y="4396368"/>
            <a:ext cx="11104880" cy="1446320"/>
            <a:chOff x="1285643" y="1772435"/>
            <a:chExt cx="7135479" cy="357266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A1A4566-6BD0-F280-B02D-EF0A3FC9E742}"/>
                </a:ext>
              </a:extLst>
            </p:cNvPr>
            <p:cNvSpPr/>
            <p:nvPr/>
          </p:nvSpPr>
          <p:spPr>
            <a:xfrm>
              <a:off x="1285644" y="2104682"/>
              <a:ext cx="7135478" cy="3240417"/>
            </a:xfrm>
            <a:prstGeom prst="rect">
              <a:avLst/>
            </a:prstGeom>
            <a:noFill/>
            <a:ln w="12700">
              <a:solidFill>
                <a:srgbClr val="3461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4A8C766-27CB-9216-33DB-AD1A9CF2E105}"/>
                </a:ext>
              </a:extLst>
            </p:cNvPr>
            <p:cNvSpPr/>
            <p:nvPr/>
          </p:nvSpPr>
          <p:spPr>
            <a:xfrm>
              <a:off x="1285643" y="1772435"/>
              <a:ext cx="4389016" cy="338554"/>
            </a:xfrm>
            <a:prstGeom prst="rect">
              <a:avLst/>
            </a:prstGeom>
            <a:solidFill>
              <a:srgbClr val="3461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93A26BF-01C8-CCA4-138B-5E1F8382F860}"/>
              </a:ext>
            </a:extLst>
          </p:cNvPr>
          <p:cNvGrpSpPr/>
          <p:nvPr/>
        </p:nvGrpSpPr>
        <p:grpSpPr>
          <a:xfrm>
            <a:off x="370687" y="4551390"/>
            <a:ext cx="4453240" cy="379059"/>
            <a:chOff x="1188069" y="1551213"/>
            <a:chExt cx="3918582" cy="448621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840DF75-5DEE-8BA6-40A2-62E8AA7A2F0B}"/>
                </a:ext>
              </a:extLst>
            </p:cNvPr>
            <p:cNvSpPr/>
            <p:nvPr/>
          </p:nvSpPr>
          <p:spPr>
            <a:xfrm>
              <a:off x="1188069" y="1551213"/>
              <a:ext cx="2502541" cy="423548"/>
            </a:xfrm>
            <a:prstGeom prst="rect">
              <a:avLst/>
            </a:prstGeom>
            <a:solidFill>
              <a:srgbClr val="5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97A05C4-7FDF-05F4-3A4A-DDDA7A829FD7}"/>
                </a:ext>
              </a:extLst>
            </p:cNvPr>
            <p:cNvSpPr/>
            <p:nvPr/>
          </p:nvSpPr>
          <p:spPr>
            <a:xfrm>
              <a:off x="1202109" y="1562725"/>
              <a:ext cx="3904542" cy="437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Platform-side Features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215A6A2B-3AE3-5DEC-EC35-E035D6056577}"/>
              </a:ext>
            </a:extLst>
          </p:cNvPr>
          <p:cNvSpPr/>
          <p:nvPr/>
        </p:nvSpPr>
        <p:spPr>
          <a:xfrm>
            <a:off x="361315" y="6170434"/>
            <a:ext cx="10998200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✅Monitor communication between the seller and buyer and handle communication issues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074156C-1BB4-CE94-2787-C0BC8533076B}"/>
              </a:ext>
            </a:extLst>
          </p:cNvPr>
          <p:cNvGrpSpPr/>
          <p:nvPr/>
        </p:nvGrpSpPr>
        <p:grpSpPr>
          <a:xfrm>
            <a:off x="361315" y="5695895"/>
            <a:ext cx="11104880" cy="1446320"/>
            <a:chOff x="1285643" y="1772435"/>
            <a:chExt cx="7135479" cy="357266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01B46-DECE-59F6-AB35-D9A37AE344D1}"/>
                </a:ext>
              </a:extLst>
            </p:cNvPr>
            <p:cNvSpPr/>
            <p:nvPr/>
          </p:nvSpPr>
          <p:spPr>
            <a:xfrm>
              <a:off x="1285644" y="2104682"/>
              <a:ext cx="7135478" cy="3240417"/>
            </a:xfrm>
            <a:prstGeom prst="rect">
              <a:avLst/>
            </a:prstGeom>
            <a:noFill/>
            <a:ln w="12700">
              <a:solidFill>
                <a:srgbClr val="3461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00F4DCA-E5D3-0588-D9F4-5404CED4002E}"/>
                </a:ext>
              </a:extLst>
            </p:cNvPr>
            <p:cNvSpPr/>
            <p:nvPr/>
          </p:nvSpPr>
          <p:spPr>
            <a:xfrm>
              <a:off x="1285643" y="1772435"/>
              <a:ext cx="4389016" cy="338554"/>
            </a:xfrm>
            <a:prstGeom prst="rect">
              <a:avLst/>
            </a:prstGeom>
            <a:solidFill>
              <a:srgbClr val="3461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8D87F8D-C548-EBC5-B563-4CA4DB0319C0}"/>
              </a:ext>
            </a:extLst>
          </p:cNvPr>
          <p:cNvGrpSpPr/>
          <p:nvPr/>
        </p:nvGrpSpPr>
        <p:grpSpPr>
          <a:xfrm>
            <a:off x="370686" y="5850917"/>
            <a:ext cx="4835795" cy="379059"/>
            <a:chOff x="1188069" y="1551213"/>
            <a:chExt cx="3918582" cy="448621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BA81803-B3C3-6799-4D4A-923CAA65E7C2}"/>
                </a:ext>
              </a:extLst>
            </p:cNvPr>
            <p:cNvSpPr/>
            <p:nvPr/>
          </p:nvSpPr>
          <p:spPr>
            <a:xfrm>
              <a:off x="1188069" y="1551213"/>
              <a:ext cx="2502541" cy="423548"/>
            </a:xfrm>
            <a:prstGeom prst="rect">
              <a:avLst/>
            </a:prstGeom>
            <a:solidFill>
              <a:srgbClr val="5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9D1544B-B4D8-E573-229E-0118E4D7E44A}"/>
                </a:ext>
              </a:extLst>
            </p:cNvPr>
            <p:cNvSpPr/>
            <p:nvPr/>
          </p:nvSpPr>
          <p:spPr>
            <a:xfrm>
              <a:off x="1202109" y="1562725"/>
              <a:ext cx="3904542" cy="437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Helpcenter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-side Features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334273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4DE5-9686-6872-E695-DFEC7AF3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5FEB372-677F-D30C-6BA9-419A9F512837}"/>
              </a:ext>
            </a:extLst>
          </p:cNvPr>
          <p:cNvCxnSpPr/>
          <p:nvPr/>
        </p:nvCxnSpPr>
        <p:spPr>
          <a:xfrm>
            <a:off x="796570" y="787717"/>
            <a:ext cx="78973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平行四边形 40">
            <a:extLst>
              <a:ext uri="{FF2B5EF4-FFF2-40B4-BE49-F238E27FC236}">
                <a16:creationId xmlns:a16="http://schemas.microsoft.com/office/drawing/2014/main" id="{70D26CFE-E688-5753-7FB0-B798D5577253}"/>
              </a:ext>
            </a:extLst>
          </p:cNvPr>
          <p:cNvSpPr/>
          <p:nvPr/>
        </p:nvSpPr>
        <p:spPr>
          <a:xfrm>
            <a:off x="361594" y="316056"/>
            <a:ext cx="1038811" cy="479165"/>
          </a:xfrm>
          <a:prstGeom prst="parallelogram">
            <a:avLst/>
          </a:prstGeom>
          <a:solidFill>
            <a:srgbClr val="3461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996EB99-774C-7F81-E344-9F51D8A89ADE}"/>
              </a:ext>
            </a:extLst>
          </p:cNvPr>
          <p:cNvSpPr txBox="1"/>
          <p:nvPr/>
        </p:nvSpPr>
        <p:spPr>
          <a:xfrm>
            <a:off x="370687" y="294028"/>
            <a:ext cx="1020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E09288F-64F2-489F-2FAB-154AF4F90636}"/>
              </a:ext>
            </a:extLst>
          </p:cNvPr>
          <p:cNvSpPr/>
          <p:nvPr/>
        </p:nvSpPr>
        <p:spPr>
          <a:xfrm>
            <a:off x="1670287" y="353414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advanced feature introduction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4605167-3781-6376-2A41-4228FE451EEB}"/>
              </a:ext>
            </a:extLst>
          </p:cNvPr>
          <p:cNvGrpSpPr/>
          <p:nvPr/>
        </p:nvGrpSpPr>
        <p:grpSpPr>
          <a:xfrm>
            <a:off x="361315" y="1184910"/>
            <a:ext cx="11104880" cy="3005350"/>
            <a:chOff x="1285643" y="1772435"/>
            <a:chExt cx="7135479" cy="357266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B269008-229A-18C2-ABB9-7DFF32FEFC39}"/>
                </a:ext>
              </a:extLst>
            </p:cNvPr>
            <p:cNvSpPr/>
            <p:nvPr/>
          </p:nvSpPr>
          <p:spPr>
            <a:xfrm>
              <a:off x="1285644" y="2104682"/>
              <a:ext cx="7135478" cy="3240417"/>
            </a:xfrm>
            <a:prstGeom prst="rect">
              <a:avLst/>
            </a:prstGeom>
            <a:noFill/>
            <a:ln w="12700">
              <a:solidFill>
                <a:srgbClr val="3461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ACEA502-81AC-D74F-F748-81979D6A5CC4}"/>
                </a:ext>
              </a:extLst>
            </p:cNvPr>
            <p:cNvSpPr/>
            <p:nvPr/>
          </p:nvSpPr>
          <p:spPr>
            <a:xfrm>
              <a:off x="1285643" y="1772435"/>
              <a:ext cx="4389016" cy="338554"/>
            </a:xfrm>
            <a:prstGeom prst="rect">
              <a:avLst/>
            </a:prstGeom>
            <a:solidFill>
              <a:srgbClr val="3461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3F3DBC-E5BF-E520-1F1D-1DC8E771EDB7}"/>
              </a:ext>
            </a:extLst>
          </p:cNvPr>
          <p:cNvGrpSpPr/>
          <p:nvPr/>
        </p:nvGrpSpPr>
        <p:grpSpPr>
          <a:xfrm>
            <a:off x="467994" y="1591946"/>
            <a:ext cx="7291089" cy="379060"/>
            <a:chOff x="1188069" y="1551212"/>
            <a:chExt cx="3918582" cy="448622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CA12C1B-0197-2327-CB6E-BE1403498414}"/>
                </a:ext>
              </a:extLst>
            </p:cNvPr>
            <p:cNvSpPr/>
            <p:nvPr/>
          </p:nvSpPr>
          <p:spPr>
            <a:xfrm>
              <a:off x="1188069" y="1551212"/>
              <a:ext cx="2502541" cy="423548"/>
            </a:xfrm>
            <a:prstGeom prst="rect">
              <a:avLst/>
            </a:prstGeom>
            <a:solidFill>
              <a:srgbClr val="5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233076E-8DDF-77FA-73E3-7C8B2A507911}"/>
                </a:ext>
              </a:extLst>
            </p:cNvPr>
            <p:cNvSpPr/>
            <p:nvPr/>
          </p:nvSpPr>
          <p:spPr>
            <a:xfrm>
              <a:off x="1202109" y="1562725"/>
              <a:ext cx="3904542" cy="437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🚀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Future Improvements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AA62EA18-5560-D5CA-C1AC-761B87271168}"/>
              </a:ext>
            </a:extLst>
          </p:cNvPr>
          <p:cNvSpPr/>
          <p:nvPr/>
        </p:nvSpPr>
        <p:spPr>
          <a:xfrm>
            <a:off x="414656" y="1959345"/>
            <a:ext cx="10998200" cy="2311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⚙️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Account registration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➕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WorkrequestDao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applicable storage management 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📊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Profit calculation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📦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Integrating the logistics system for better monitoring of the Order status at different stages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🧠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Recommendation algorithm to provide sellers with suitable price ranges for their products and buyers' shopping carts</a:t>
            </a:r>
          </a:p>
        </p:txBody>
      </p:sp>
    </p:spTree>
    <p:extLst>
      <p:ext uri="{BB962C8B-B14F-4D97-AF65-F5344CB8AC3E}">
        <p14:creationId xmlns:p14="http://schemas.microsoft.com/office/powerpoint/2010/main" val="19335912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任意多边形 69"/>
          <p:cNvSpPr/>
          <p:nvPr/>
        </p:nvSpPr>
        <p:spPr>
          <a:xfrm>
            <a:off x="561878" y="5459183"/>
            <a:ext cx="1379382" cy="1436917"/>
          </a:xfrm>
          <a:custGeom>
            <a:avLst/>
            <a:gdLst>
              <a:gd name="connsiteX0" fmla="*/ 988221 w 1379382"/>
              <a:gd name="connsiteY0" fmla="*/ 0 h 1436917"/>
              <a:gd name="connsiteX1" fmla="*/ 1010406 w 1379382"/>
              <a:gd name="connsiteY1" fmla="*/ 15258 h 1436917"/>
              <a:gd name="connsiteX2" fmla="*/ 1238011 w 1379382"/>
              <a:gd name="connsiteY2" fmla="*/ 370872 h 1436917"/>
              <a:gd name="connsiteX3" fmla="*/ 1235427 w 1379382"/>
              <a:gd name="connsiteY3" fmla="*/ 372649 h 1436917"/>
              <a:gd name="connsiteX4" fmla="*/ 1289073 w 1379382"/>
              <a:gd name="connsiteY4" fmla="*/ 450653 h 1436917"/>
              <a:gd name="connsiteX5" fmla="*/ 1379382 w 1379382"/>
              <a:gd name="connsiteY5" fmla="*/ 591754 h 1436917"/>
              <a:gd name="connsiteX6" fmla="*/ 798132 w 1379382"/>
              <a:gd name="connsiteY6" fmla="*/ 1436917 h 1436917"/>
              <a:gd name="connsiteX7" fmla="*/ 0 w 1379382"/>
              <a:gd name="connsiteY7" fmla="*/ 1436917 h 1436917"/>
              <a:gd name="connsiteX8" fmla="*/ 988221 w 1379382"/>
              <a:gd name="connsiteY8" fmla="*/ 0 h 1436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9382" h="1436917">
                <a:moveTo>
                  <a:pt x="988221" y="0"/>
                </a:moveTo>
                <a:lnTo>
                  <a:pt x="1010406" y="15258"/>
                </a:lnTo>
                <a:lnTo>
                  <a:pt x="1238011" y="370872"/>
                </a:lnTo>
                <a:lnTo>
                  <a:pt x="1235427" y="372649"/>
                </a:lnTo>
                <a:lnTo>
                  <a:pt x="1289073" y="450653"/>
                </a:lnTo>
                <a:lnTo>
                  <a:pt x="1379382" y="591754"/>
                </a:lnTo>
                <a:lnTo>
                  <a:pt x="798132" y="1436917"/>
                </a:lnTo>
                <a:lnTo>
                  <a:pt x="0" y="1436917"/>
                </a:lnTo>
                <a:lnTo>
                  <a:pt x="988221" y="0"/>
                </a:lnTo>
                <a:close/>
              </a:path>
            </a:pathLst>
          </a:custGeom>
          <a:solidFill>
            <a:srgbClr val="EE8F82"/>
          </a:solidFill>
          <a:ln>
            <a:solidFill>
              <a:srgbClr val="EE8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1950042" y="5459184"/>
            <a:ext cx="1377333" cy="1436916"/>
          </a:xfrm>
          <a:custGeom>
            <a:avLst/>
            <a:gdLst>
              <a:gd name="connsiteX0" fmla="*/ 389113 w 1377333"/>
              <a:gd name="connsiteY0" fmla="*/ 0 h 1436916"/>
              <a:gd name="connsiteX1" fmla="*/ 1377333 w 1377333"/>
              <a:gd name="connsiteY1" fmla="*/ 1436916 h 1436916"/>
              <a:gd name="connsiteX2" fmla="*/ 579200 w 1377333"/>
              <a:gd name="connsiteY2" fmla="*/ 1436916 h 1436916"/>
              <a:gd name="connsiteX3" fmla="*/ 0 w 1377333"/>
              <a:gd name="connsiteY3" fmla="*/ 594733 h 1436916"/>
              <a:gd name="connsiteX4" fmla="*/ 373996 w 1377333"/>
              <a:gd name="connsiteY4" fmla="*/ 10397 h 1436916"/>
              <a:gd name="connsiteX5" fmla="*/ 389113 w 1377333"/>
              <a:gd name="connsiteY5" fmla="*/ 0 h 1436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7333" h="1436916">
                <a:moveTo>
                  <a:pt x="389113" y="0"/>
                </a:moveTo>
                <a:lnTo>
                  <a:pt x="1377333" y="1436916"/>
                </a:lnTo>
                <a:lnTo>
                  <a:pt x="579200" y="1436916"/>
                </a:lnTo>
                <a:lnTo>
                  <a:pt x="0" y="594733"/>
                </a:lnTo>
                <a:lnTo>
                  <a:pt x="373996" y="10397"/>
                </a:lnTo>
                <a:lnTo>
                  <a:pt x="389113" y="0"/>
                </a:lnTo>
                <a:close/>
              </a:path>
            </a:pathLst>
          </a:custGeom>
          <a:solidFill>
            <a:srgbClr val="EE8F82"/>
          </a:solidFill>
          <a:ln>
            <a:solidFill>
              <a:srgbClr val="EE8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9" name="任意多边形 818"/>
          <p:cNvSpPr/>
          <p:nvPr/>
        </p:nvSpPr>
        <p:spPr>
          <a:xfrm flipV="1">
            <a:off x="5466342" y="5123204"/>
            <a:ext cx="1608398" cy="1772896"/>
          </a:xfrm>
          <a:custGeom>
            <a:avLst/>
            <a:gdLst>
              <a:gd name="connsiteX0" fmla="*/ 1219285 w 1608398"/>
              <a:gd name="connsiteY0" fmla="*/ 1772896 h 1772896"/>
              <a:gd name="connsiteX1" fmla="*/ 1234402 w 1608398"/>
              <a:gd name="connsiteY1" fmla="*/ 1762499 h 1772896"/>
              <a:gd name="connsiteX2" fmla="*/ 1608398 w 1608398"/>
              <a:gd name="connsiteY2" fmla="*/ 1178163 h 1772896"/>
              <a:gd name="connsiteX3" fmla="*/ 798132 w 1608398"/>
              <a:gd name="connsiteY3" fmla="*/ 0 h 1772896"/>
              <a:gd name="connsiteX4" fmla="*/ 0 w 1608398"/>
              <a:gd name="connsiteY4" fmla="*/ 0 h 1772896"/>
              <a:gd name="connsiteX5" fmla="*/ 1219285 w 1608398"/>
              <a:gd name="connsiteY5" fmla="*/ 1772896 h 177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8398" h="1772896">
                <a:moveTo>
                  <a:pt x="1219285" y="1772896"/>
                </a:moveTo>
                <a:lnTo>
                  <a:pt x="1234402" y="1762499"/>
                </a:lnTo>
                <a:lnTo>
                  <a:pt x="1608398" y="1178163"/>
                </a:lnTo>
                <a:lnTo>
                  <a:pt x="798132" y="0"/>
                </a:lnTo>
                <a:lnTo>
                  <a:pt x="0" y="0"/>
                </a:lnTo>
                <a:lnTo>
                  <a:pt x="1219285" y="1772896"/>
                </a:lnTo>
                <a:close/>
              </a:path>
            </a:pathLst>
          </a:custGeom>
          <a:solidFill>
            <a:srgbClr val="EF756B">
              <a:alpha val="88000"/>
            </a:srgbClr>
          </a:solidFill>
          <a:ln>
            <a:solidFill>
              <a:srgbClr val="EE8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4" name="任意多边形 823"/>
          <p:cNvSpPr/>
          <p:nvPr/>
        </p:nvSpPr>
        <p:spPr>
          <a:xfrm flipH="1" flipV="1">
            <a:off x="4399933" y="4206056"/>
            <a:ext cx="2239155" cy="2690045"/>
          </a:xfrm>
          <a:custGeom>
            <a:avLst/>
            <a:gdLst>
              <a:gd name="connsiteX0" fmla="*/ 1850042 w 2239155"/>
              <a:gd name="connsiteY0" fmla="*/ 2690045 h 2690045"/>
              <a:gd name="connsiteX1" fmla="*/ 0 w 2239155"/>
              <a:gd name="connsiteY1" fmla="*/ 0 h 2690045"/>
              <a:gd name="connsiteX2" fmla="*/ 798132 w 2239155"/>
              <a:gd name="connsiteY2" fmla="*/ 0 h 2690045"/>
              <a:gd name="connsiteX3" fmla="*/ 2239155 w 2239155"/>
              <a:gd name="connsiteY3" fmla="*/ 2095312 h 2690045"/>
              <a:gd name="connsiteX4" fmla="*/ 1865159 w 2239155"/>
              <a:gd name="connsiteY4" fmla="*/ 2679648 h 2690045"/>
              <a:gd name="connsiteX5" fmla="*/ 1850042 w 2239155"/>
              <a:gd name="connsiteY5" fmla="*/ 2690045 h 2690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9155" h="2690045">
                <a:moveTo>
                  <a:pt x="1850042" y="2690045"/>
                </a:moveTo>
                <a:lnTo>
                  <a:pt x="0" y="0"/>
                </a:lnTo>
                <a:lnTo>
                  <a:pt x="798132" y="0"/>
                </a:lnTo>
                <a:lnTo>
                  <a:pt x="2239155" y="2095312"/>
                </a:lnTo>
                <a:lnTo>
                  <a:pt x="1865159" y="2679648"/>
                </a:lnTo>
                <a:lnTo>
                  <a:pt x="1850042" y="2690045"/>
                </a:lnTo>
                <a:close/>
              </a:path>
            </a:pathLst>
          </a:custGeom>
          <a:solidFill>
            <a:srgbClr val="A9BD9C"/>
          </a:solidFill>
          <a:ln>
            <a:solidFill>
              <a:srgbClr val="A9BD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0" name="任意多边形 519"/>
          <p:cNvSpPr/>
          <p:nvPr/>
        </p:nvSpPr>
        <p:spPr>
          <a:xfrm>
            <a:off x="10576104" y="286921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D57053">
              <a:alpha val="49000"/>
            </a:srgbClr>
          </a:solidFill>
          <a:ln>
            <a:solidFill>
              <a:srgbClr val="DF9B83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6" name="任意多边形 685"/>
          <p:cNvSpPr/>
          <p:nvPr/>
        </p:nvSpPr>
        <p:spPr>
          <a:xfrm>
            <a:off x="9482391" y="0"/>
            <a:ext cx="1474363" cy="1578002"/>
          </a:xfrm>
          <a:custGeom>
            <a:avLst/>
            <a:gdLst>
              <a:gd name="connsiteX0" fmla="*/ 0 w 1474363"/>
              <a:gd name="connsiteY0" fmla="*/ 0 h 1578002"/>
              <a:gd name="connsiteX1" fmla="*/ 798133 w 1474363"/>
              <a:gd name="connsiteY1" fmla="*/ 0 h 1578002"/>
              <a:gd name="connsiteX2" fmla="*/ 1474363 w 1474363"/>
              <a:gd name="connsiteY2" fmla="*/ 983269 h 1578002"/>
              <a:gd name="connsiteX3" fmla="*/ 1100367 w 1474363"/>
              <a:gd name="connsiteY3" fmla="*/ 1567605 h 1578002"/>
              <a:gd name="connsiteX4" fmla="*/ 1085250 w 1474363"/>
              <a:gd name="connsiteY4" fmla="*/ 1578002 h 1578002"/>
              <a:gd name="connsiteX5" fmla="*/ 0 w 1474363"/>
              <a:gd name="connsiteY5" fmla="*/ 0 h 157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4363" h="1578002">
                <a:moveTo>
                  <a:pt x="0" y="0"/>
                </a:moveTo>
                <a:lnTo>
                  <a:pt x="798133" y="0"/>
                </a:lnTo>
                <a:lnTo>
                  <a:pt x="1474363" y="983269"/>
                </a:lnTo>
                <a:lnTo>
                  <a:pt x="1100367" y="1567605"/>
                </a:lnTo>
                <a:lnTo>
                  <a:pt x="1085250" y="1578002"/>
                </a:lnTo>
                <a:lnTo>
                  <a:pt x="0" y="0"/>
                </a:lnTo>
                <a:close/>
              </a:path>
            </a:pathLst>
          </a:custGeom>
          <a:solidFill>
            <a:srgbClr val="E7B05E">
              <a:alpha val="25000"/>
            </a:srgbClr>
          </a:solidFill>
          <a:ln>
            <a:solidFill>
              <a:srgbClr val="EFE3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 83"/>
          <p:cNvSpPr/>
          <p:nvPr/>
        </p:nvSpPr>
        <p:spPr>
          <a:xfrm>
            <a:off x="10965534" y="0"/>
            <a:ext cx="1238362" cy="1578002"/>
          </a:xfrm>
          <a:custGeom>
            <a:avLst/>
            <a:gdLst>
              <a:gd name="connsiteX0" fmla="*/ 678279 w 1238362"/>
              <a:gd name="connsiteY0" fmla="*/ 0 h 1578002"/>
              <a:gd name="connsiteX1" fmla="*/ 1238362 w 1238362"/>
              <a:gd name="connsiteY1" fmla="*/ 0 h 1578002"/>
              <a:gd name="connsiteX2" fmla="*/ 1238362 w 1238362"/>
              <a:gd name="connsiteY2" fmla="*/ 346134 h 1578002"/>
              <a:gd name="connsiteX3" fmla="*/ 391161 w 1238362"/>
              <a:gd name="connsiteY3" fmla="*/ 1578002 h 1578002"/>
              <a:gd name="connsiteX4" fmla="*/ 368976 w 1238362"/>
              <a:gd name="connsiteY4" fmla="*/ 1562744 h 1578002"/>
              <a:gd name="connsiteX5" fmla="*/ 141371 w 1238362"/>
              <a:gd name="connsiteY5" fmla="*/ 1207130 h 1578002"/>
              <a:gd name="connsiteX6" fmla="*/ 143955 w 1238362"/>
              <a:gd name="connsiteY6" fmla="*/ 1205353 h 1578002"/>
              <a:gd name="connsiteX7" fmla="*/ 90309 w 1238362"/>
              <a:gd name="connsiteY7" fmla="*/ 1127349 h 1578002"/>
              <a:gd name="connsiteX8" fmla="*/ 0 w 1238362"/>
              <a:gd name="connsiteY8" fmla="*/ 986248 h 1578002"/>
              <a:gd name="connsiteX9" fmla="*/ 678279 w 1238362"/>
              <a:gd name="connsiteY9" fmla="*/ 0 h 157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362" h="1578002">
                <a:moveTo>
                  <a:pt x="678279" y="0"/>
                </a:moveTo>
                <a:lnTo>
                  <a:pt x="1238362" y="0"/>
                </a:lnTo>
                <a:lnTo>
                  <a:pt x="1238362" y="346134"/>
                </a:lnTo>
                <a:lnTo>
                  <a:pt x="391161" y="1578002"/>
                </a:lnTo>
                <a:lnTo>
                  <a:pt x="368976" y="1562744"/>
                </a:lnTo>
                <a:lnTo>
                  <a:pt x="141371" y="1207130"/>
                </a:lnTo>
                <a:lnTo>
                  <a:pt x="143955" y="1205353"/>
                </a:lnTo>
                <a:lnTo>
                  <a:pt x="90309" y="1127349"/>
                </a:lnTo>
                <a:lnTo>
                  <a:pt x="0" y="986248"/>
                </a:lnTo>
                <a:lnTo>
                  <a:pt x="678279" y="0"/>
                </a:lnTo>
                <a:close/>
              </a:path>
            </a:pathLst>
          </a:custGeom>
          <a:solidFill>
            <a:srgbClr val="EFE3C2">
              <a:alpha val="71000"/>
            </a:srgbClr>
          </a:solidFill>
          <a:ln>
            <a:solidFill>
              <a:srgbClr val="EEE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04" name="任意多边形 703"/>
          <p:cNvSpPr/>
          <p:nvPr/>
        </p:nvSpPr>
        <p:spPr>
          <a:xfrm>
            <a:off x="11202884" y="1946822"/>
            <a:ext cx="798132" cy="1160519"/>
          </a:xfrm>
          <a:custGeom>
            <a:avLst/>
            <a:gdLst>
              <a:gd name="connsiteX0" fmla="*/ 399066 w 798132"/>
              <a:gd name="connsiteY0" fmla="*/ 0 h 1160519"/>
              <a:gd name="connsiteX1" fmla="*/ 798132 w 798132"/>
              <a:gd name="connsiteY1" fmla="*/ 580260 h 1160519"/>
              <a:gd name="connsiteX2" fmla="*/ 399066 w 798132"/>
              <a:gd name="connsiteY2" fmla="*/ 1160519 h 1160519"/>
              <a:gd name="connsiteX3" fmla="*/ 0 w 798132"/>
              <a:gd name="connsiteY3" fmla="*/ 580260 h 1160519"/>
              <a:gd name="connsiteX4" fmla="*/ 399066 w 798132"/>
              <a:gd name="connsiteY4" fmla="*/ 0 h 116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8132" h="1160519">
                <a:moveTo>
                  <a:pt x="399066" y="0"/>
                </a:moveTo>
                <a:lnTo>
                  <a:pt x="798132" y="580260"/>
                </a:lnTo>
                <a:lnTo>
                  <a:pt x="399066" y="1160519"/>
                </a:lnTo>
                <a:lnTo>
                  <a:pt x="0" y="580260"/>
                </a:lnTo>
                <a:lnTo>
                  <a:pt x="399066" y="0"/>
                </a:lnTo>
                <a:close/>
              </a:path>
            </a:pathLst>
          </a:custGeom>
          <a:solidFill>
            <a:srgbClr val="D57053">
              <a:alpha val="25000"/>
            </a:srgbClr>
          </a:solidFill>
          <a:ln>
            <a:solidFill>
              <a:srgbClr val="EAD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 87"/>
          <p:cNvSpPr/>
          <p:nvPr/>
        </p:nvSpPr>
        <p:spPr>
          <a:xfrm>
            <a:off x="11601950" y="1071565"/>
            <a:ext cx="601946" cy="1455517"/>
          </a:xfrm>
          <a:custGeom>
            <a:avLst/>
            <a:gdLst>
              <a:gd name="connsiteX0" fmla="*/ 601946 w 601946"/>
              <a:gd name="connsiteY0" fmla="*/ 0 h 1455517"/>
              <a:gd name="connsiteX1" fmla="*/ 601946 w 601946"/>
              <a:gd name="connsiteY1" fmla="*/ 1160520 h 1455517"/>
              <a:gd name="connsiteX2" fmla="*/ 399066 w 601946"/>
              <a:gd name="connsiteY2" fmla="*/ 1455517 h 1455517"/>
              <a:gd name="connsiteX3" fmla="*/ 0 w 601946"/>
              <a:gd name="connsiteY3" fmla="*/ 875257 h 1455517"/>
              <a:gd name="connsiteX4" fmla="*/ 601946 w 601946"/>
              <a:gd name="connsiteY4" fmla="*/ 0 h 145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1946" h="1455517">
                <a:moveTo>
                  <a:pt x="601946" y="0"/>
                </a:moveTo>
                <a:lnTo>
                  <a:pt x="601946" y="1160520"/>
                </a:lnTo>
                <a:lnTo>
                  <a:pt x="399066" y="1455517"/>
                </a:lnTo>
                <a:lnTo>
                  <a:pt x="0" y="875257"/>
                </a:lnTo>
                <a:lnTo>
                  <a:pt x="601946" y="0"/>
                </a:lnTo>
                <a:close/>
              </a:path>
            </a:pathLst>
          </a:custGeom>
          <a:solidFill>
            <a:srgbClr val="EBCEBC"/>
          </a:solidFill>
          <a:ln>
            <a:solidFill>
              <a:srgbClr val="EACD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00" name="任意多边形 699"/>
          <p:cNvSpPr/>
          <p:nvPr/>
        </p:nvSpPr>
        <p:spPr>
          <a:xfrm>
            <a:off x="10965534" y="1590209"/>
            <a:ext cx="636416" cy="936872"/>
          </a:xfrm>
          <a:custGeom>
            <a:avLst/>
            <a:gdLst>
              <a:gd name="connsiteX0" fmla="*/ 391161 w 636416"/>
              <a:gd name="connsiteY0" fmla="*/ 0 h 936872"/>
              <a:gd name="connsiteX1" fmla="*/ 636416 w 636416"/>
              <a:gd name="connsiteY1" fmla="*/ 356612 h 936872"/>
              <a:gd name="connsiteX2" fmla="*/ 237350 w 636416"/>
              <a:gd name="connsiteY2" fmla="*/ 936872 h 936872"/>
              <a:gd name="connsiteX3" fmla="*/ 0 w 636416"/>
              <a:gd name="connsiteY3" fmla="*/ 591754 h 936872"/>
              <a:gd name="connsiteX4" fmla="*/ 90309 w 636416"/>
              <a:gd name="connsiteY4" fmla="*/ 450653 h 936872"/>
              <a:gd name="connsiteX5" fmla="*/ 143955 w 636416"/>
              <a:gd name="connsiteY5" fmla="*/ 372649 h 936872"/>
              <a:gd name="connsiteX6" fmla="*/ 141371 w 636416"/>
              <a:gd name="connsiteY6" fmla="*/ 370872 h 936872"/>
              <a:gd name="connsiteX7" fmla="*/ 368976 w 636416"/>
              <a:gd name="connsiteY7" fmla="*/ 15258 h 936872"/>
              <a:gd name="connsiteX8" fmla="*/ 391161 w 636416"/>
              <a:gd name="connsiteY8" fmla="*/ 0 h 93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6416" h="936872">
                <a:moveTo>
                  <a:pt x="391161" y="0"/>
                </a:moveTo>
                <a:lnTo>
                  <a:pt x="636416" y="356612"/>
                </a:lnTo>
                <a:lnTo>
                  <a:pt x="237350" y="936872"/>
                </a:lnTo>
                <a:lnTo>
                  <a:pt x="0" y="591754"/>
                </a:lnTo>
                <a:lnTo>
                  <a:pt x="90309" y="450653"/>
                </a:lnTo>
                <a:lnTo>
                  <a:pt x="143955" y="372649"/>
                </a:lnTo>
                <a:lnTo>
                  <a:pt x="141371" y="370872"/>
                </a:lnTo>
                <a:lnTo>
                  <a:pt x="368976" y="15258"/>
                </a:lnTo>
                <a:lnTo>
                  <a:pt x="391161" y="0"/>
                </a:lnTo>
                <a:close/>
              </a:path>
            </a:pathLst>
          </a:custGeom>
          <a:solidFill>
            <a:srgbClr val="D2DBC4"/>
          </a:solidFill>
          <a:ln>
            <a:solidFill>
              <a:srgbClr val="D3DD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9" name="任意多边形 698"/>
          <p:cNvSpPr/>
          <p:nvPr/>
        </p:nvSpPr>
        <p:spPr>
          <a:xfrm>
            <a:off x="10965534" y="2527082"/>
            <a:ext cx="636416" cy="936871"/>
          </a:xfrm>
          <a:custGeom>
            <a:avLst/>
            <a:gdLst>
              <a:gd name="connsiteX0" fmla="*/ 237350 w 636416"/>
              <a:gd name="connsiteY0" fmla="*/ 0 h 936871"/>
              <a:gd name="connsiteX1" fmla="*/ 636416 w 636416"/>
              <a:gd name="connsiteY1" fmla="*/ 580259 h 936871"/>
              <a:gd name="connsiteX2" fmla="*/ 391161 w 636416"/>
              <a:gd name="connsiteY2" fmla="*/ 936871 h 936871"/>
              <a:gd name="connsiteX3" fmla="*/ 368976 w 636416"/>
              <a:gd name="connsiteY3" fmla="*/ 921613 h 936871"/>
              <a:gd name="connsiteX4" fmla="*/ 141371 w 636416"/>
              <a:gd name="connsiteY4" fmla="*/ 565999 h 936871"/>
              <a:gd name="connsiteX5" fmla="*/ 143955 w 636416"/>
              <a:gd name="connsiteY5" fmla="*/ 564222 h 936871"/>
              <a:gd name="connsiteX6" fmla="*/ 90309 w 636416"/>
              <a:gd name="connsiteY6" fmla="*/ 486218 h 936871"/>
              <a:gd name="connsiteX7" fmla="*/ 0 w 636416"/>
              <a:gd name="connsiteY7" fmla="*/ 345117 h 936871"/>
              <a:gd name="connsiteX8" fmla="*/ 237350 w 636416"/>
              <a:gd name="connsiteY8" fmla="*/ 0 h 93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6416" h="936871">
                <a:moveTo>
                  <a:pt x="237350" y="0"/>
                </a:moveTo>
                <a:lnTo>
                  <a:pt x="636416" y="580259"/>
                </a:lnTo>
                <a:lnTo>
                  <a:pt x="391161" y="936871"/>
                </a:lnTo>
                <a:lnTo>
                  <a:pt x="368976" y="921613"/>
                </a:lnTo>
                <a:lnTo>
                  <a:pt x="141371" y="565999"/>
                </a:lnTo>
                <a:lnTo>
                  <a:pt x="143955" y="564222"/>
                </a:lnTo>
                <a:lnTo>
                  <a:pt x="90309" y="486218"/>
                </a:lnTo>
                <a:lnTo>
                  <a:pt x="0" y="345117"/>
                </a:lnTo>
                <a:lnTo>
                  <a:pt x="237350" y="0"/>
                </a:lnTo>
                <a:close/>
              </a:path>
            </a:pathLst>
          </a:custGeom>
          <a:solidFill>
            <a:srgbClr val="E9CCBA"/>
          </a:solidFill>
          <a:ln>
            <a:solidFill>
              <a:srgbClr val="EACD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11601950" y="2527081"/>
            <a:ext cx="601946" cy="1455516"/>
          </a:xfrm>
          <a:custGeom>
            <a:avLst/>
            <a:gdLst>
              <a:gd name="connsiteX0" fmla="*/ 399066 w 601946"/>
              <a:gd name="connsiteY0" fmla="*/ 0 h 1455516"/>
              <a:gd name="connsiteX1" fmla="*/ 601946 w 601946"/>
              <a:gd name="connsiteY1" fmla="*/ 294997 h 1455516"/>
              <a:gd name="connsiteX2" fmla="*/ 601946 w 601946"/>
              <a:gd name="connsiteY2" fmla="*/ 1455516 h 1455516"/>
              <a:gd name="connsiteX3" fmla="*/ 0 w 601946"/>
              <a:gd name="connsiteY3" fmla="*/ 580259 h 1455516"/>
              <a:gd name="connsiteX4" fmla="*/ 399066 w 601946"/>
              <a:gd name="connsiteY4" fmla="*/ 0 h 145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1946" h="1455516">
                <a:moveTo>
                  <a:pt x="399066" y="0"/>
                </a:moveTo>
                <a:lnTo>
                  <a:pt x="601946" y="294997"/>
                </a:lnTo>
                <a:lnTo>
                  <a:pt x="601946" y="1455516"/>
                </a:lnTo>
                <a:lnTo>
                  <a:pt x="0" y="580259"/>
                </a:lnTo>
                <a:lnTo>
                  <a:pt x="399066" y="0"/>
                </a:lnTo>
                <a:close/>
              </a:path>
            </a:pathLst>
          </a:custGeom>
          <a:solidFill>
            <a:srgbClr val="D3DDC7"/>
          </a:solidFill>
          <a:ln>
            <a:solidFill>
              <a:srgbClr val="D3D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3" name="任意多边形 522"/>
          <p:cNvSpPr/>
          <p:nvPr/>
        </p:nvSpPr>
        <p:spPr>
          <a:xfrm>
            <a:off x="10576104" y="98326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49B35">
              <a:alpha val="36000"/>
            </a:srgbClr>
          </a:solidFill>
          <a:ln>
            <a:solidFill>
              <a:srgbClr val="EBD09D">
                <a:alpha val="3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任意多边形 528"/>
          <p:cNvSpPr/>
          <p:nvPr/>
        </p:nvSpPr>
        <p:spPr>
          <a:xfrm flipV="1">
            <a:off x="10576104" y="159020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88A378">
              <a:alpha val="53000"/>
            </a:srgbClr>
          </a:solidFill>
          <a:ln>
            <a:solidFill>
              <a:srgbClr val="B3C4A5">
                <a:alpha val="5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 flipV="1">
            <a:off x="1822366" y="2101122"/>
            <a:ext cx="8896350" cy="51086"/>
          </a:xfrm>
          <a:prstGeom prst="ellipse">
            <a:avLst/>
          </a:prstGeom>
          <a:gradFill flip="none" rotWithShape="1">
            <a:gsLst>
              <a:gs pos="62000">
                <a:schemeClr val="bg1"/>
              </a:gs>
              <a:gs pos="47000">
                <a:schemeClr val="tx1">
                  <a:alpha val="39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 flipV="1">
            <a:off x="500062" y="3463196"/>
            <a:ext cx="8896350" cy="51086"/>
          </a:xfrm>
          <a:prstGeom prst="ellipse">
            <a:avLst/>
          </a:prstGeom>
          <a:gradFill flip="none" rotWithShape="1">
            <a:gsLst>
              <a:gs pos="70000">
                <a:schemeClr val="bg1"/>
              </a:gs>
              <a:gs pos="47000">
                <a:schemeClr val="tx1">
                  <a:alpha val="39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" t="30898" r="26794" b="49213"/>
          <a:stretch>
            <a:fillRect/>
          </a:stretch>
        </p:blipFill>
        <p:spPr>
          <a:xfrm>
            <a:off x="495119" y="2123164"/>
            <a:ext cx="8906237" cy="1371601"/>
          </a:xfrm>
          <a:prstGeom prst="rect">
            <a:avLst/>
          </a:prstGeom>
        </p:spPr>
      </p:pic>
      <p:sp>
        <p:nvSpPr>
          <p:cNvPr id="534" name="任意多边形 533"/>
          <p:cNvSpPr/>
          <p:nvPr/>
        </p:nvSpPr>
        <p:spPr>
          <a:xfrm flipH="1" flipV="1">
            <a:off x="4012411" y="4206055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89A67A"/>
          </a:solidFill>
          <a:ln>
            <a:solidFill>
              <a:srgbClr val="89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>
            <a:off x="2147990" y="4206055"/>
            <a:ext cx="2243162" cy="2702024"/>
          </a:xfrm>
          <a:custGeom>
            <a:avLst/>
            <a:gdLst>
              <a:gd name="connsiteX0" fmla="*/ 296787 w 2243162"/>
              <a:gd name="connsiteY0" fmla="*/ 2270482 h 2702024"/>
              <a:gd name="connsiteX1" fmla="*/ 593574 w 2243162"/>
              <a:gd name="connsiteY1" fmla="*/ 2702024 h 2702024"/>
              <a:gd name="connsiteX2" fmla="*/ 0 w 2243162"/>
              <a:gd name="connsiteY2" fmla="*/ 2702024 h 2702024"/>
              <a:gd name="connsiteX3" fmla="*/ 1852001 w 2243162"/>
              <a:gd name="connsiteY3" fmla="*/ 0 h 2702024"/>
              <a:gd name="connsiteX4" fmla="*/ 1874186 w 2243162"/>
              <a:gd name="connsiteY4" fmla="*/ 15258 h 2702024"/>
              <a:gd name="connsiteX5" fmla="*/ 2101791 w 2243162"/>
              <a:gd name="connsiteY5" fmla="*/ 370872 h 2702024"/>
              <a:gd name="connsiteX6" fmla="*/ 2099207 w 2243162"/>
              <a:gd name="connsiteY6" fmla="*/ 372649 h 2702024"/>
              <a:gd name="connsiteX7" fmla="*/ 2152853 w 2243162"/>
              <a:gd name="connsiteY7" fmla="*/ 450653 h 2702024"/>
              <a:gd name="connsiteX8" fmla="*/ 2243162 w 2243162"/>
              <a:gd name="connsiteY8" fmla="*/ 591754 h 2702024"/>
              <a:gd name="connsiteX9" fmla="*/ 800090 w 2243162"/>
              <a:gd name="connsiteY9" fmla="*/ 2690045 h 2702024"/>
              <a:gd name="connsiteX10" fmla="*/ 591618 w 2243162"/>
              <a:gd name="connsiteY10" fmla="*/ 2690045 h 2702024"/>
              <a:gd name="connsiteX11" fmla="*/ 296788 w 2243162"/>
              <a:gd name="connsiteY11" fmla="*/ 2261349 h 2702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43162" h="2702024">
                <a:moveTo>
                  <a:pt x="296787" y="2270482"/>
                </a:moveTo>
                <a:lnTo>
                  <a:pt x="593574" y="2702024"/>
                </a:lnTo>
                <a:lnTo>
                  <a:pt x="0" y="2702024"/>
                </a:lnTo>
                <a:close/>
                <a:moveTo>
                  <a:pt x="1852001" y="0"/>
                </a:moveTo>
                <a:lnTo>
                  <a:pt x="1874186" y="15258"/>
                </a:lnTo>
                <a:lnTo>
                  <a:pt x="2101791" y="370872"/>
                </a:lnTo>
                <a:lnTo>
                  <a:pt x="2099207" y="372649"/>
                </a:lnTo>
                <a:lnTo>
                  <a:pt x="2152853" y="450653"/>
                </a:lnTo>
                <a:lnTo>
                  <a:pt x="2243162" y="591754"/>
                </a:lnTo>
                <a:lnTo>
                  <a:pt x="800090" y="2690045"/>
                </a:lnTo>
                <a:lnTo>
                  <a:pt x="591618" y="2690045"/>
                </a:lnTo>
                <a:lnTo>
                  <a:pt x="296788" y="2261349"/>
                </a:lnTo>
                <a:close/>
              </a:path>
            </a:pathLst>
          </a:custGeom>
          <a:solidFill>
            <a:srgbClr val="A2B894">
              <a:alpha val="91000"/>
            </a:srgbClr>
          </a:solidFill>
          <a:ln>
            <a:solidFill>
              <a:srgbClr val="A9BD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-35280" y="4818139"/>
            <a:ext cx="1017046" cy="2052322"/>
          </a:xfrm>
          <a:custGeom>
            <a:avLst/>
            <a:gdLst>
              <a:gd name="connsiteX0" fmla="*/ 0 w 1017046"/>
              <a:gd name="connsiteY0" fmla="*/ 0 h 2052322"/>
              <a:gd name="connsiteX1" fmla="*/ 1017046 w 1017046"/>
              <a:gd name="connsiteY1" fmla="*/ 1478830 h 2052322"/>
              <a:gd name="connsiteX2" fmla="*/ 613325 w 1017046"/>
              <a:gd name="connsiteY2" fmla="*/ 2052322 h 2052322"/>
              <a:gd name="connsiteX3" fmla="*/ 0 w 1017046"/>
              <a:gd name="connsiteY3" fmla="*/ 1160520 h 2052322"/>
              <a:gd name="connsiteX4" fmla="*/ 0 w 1017046"/>
              <a:gd name="connsiteY4" fmla="*/ 0 h 205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046" h="2052322">
                <a:moveTo>
                  <a:pt x="0" y="0"/>
                </a:moveTo>
                <a:lnTo>
                  <a:pt x="1017046" y="1478830"/>
                </a:lnTo>
                <a:lnTo>
                  <a:pt x="613325" y="2052322"/>
                </a:lnTo>
                <a:lnTo>
                  <a:pt x="0" y="1160520"/>
                </a:lnTo>
                <a:lnTo>
                  <a:pt x="0" y="0"/>
                </a:lnTo>
                <a:close/>
              </a:path>
            </a:pathLst>
          </a:custGeom>
          <a:solidFill>
            <a:srgbClr val="508799"/>
          </a:solidFill>
          <a:ln>
            <a:solidFill>
              <a:srgbClr val="5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2" name="任意多边形 811"/>
          <p:cNvSpPr/>
          <p:nvPr/>
        </p:nvSpPr>
        <p:spPr>
          <a:xfrm flipV="1">
            <a:off x="4397479" y="5881804"/>
            <a:ext cx="1088729" cy="1014296"/>
          </a:xfrm>
          <a:custGeom>
            <a:avLst/>
            <a:gdLst>
              <a:gd name="connsiteX0" fmla="*/ 391161 w 1088729"/>
              <a:gd name="connsiteY0" fmla="*/ 1014296 h 1014296"/>
              <a:gd name="connsiteX1" fmla="*/ 1088729 w 1088729"/>
              <a:gd name="connsiteY1" fmla="*/ 0 h 1014296"/>
              <a:gd name="connsiteX2" fmla="*/ 290598 w 1088729"/>
              <a:gd name="connsiteY2" fmla="*/ 0 h 1014296"/>
              <a:gd name="connsiteX3" fmla="*/ 0 w 1088729"/>
              <a:gd name="connsiteY3" fmla="*/ 422542 h 1014296"/>
              <a:gd name="connsiteX4" fmla="*/ 90309 w 1088729"/>
              <a:gd name="connsiteY4" fmla="*/ 563643 h 1014296"/>
              <a:gd name="connsiteX5" fmla="*/ 143955 w 1088729"/>
              <a:gd name="connsiteY5" fmla="*/ 641647 h 1014296"/>
              <a:gd name="connsiteX6" fmla="*/ 141371 w 1088729"/>
              <a:gd name="connsiteY6" fmla="*/ 643424 h 1014296"/>
              <a:gd name="connsiteX7" fmla="*/ 368976 w 1088729"/>
              <a:gd name="connsiteY7" fmla="*/ 999038 h 1014296"/>
              <a:gd name="connsiteX8" fmla="*/ 391161 w 1088729"/>
              <a:gd name="connsiteY8" fmla="*/ 1014296 h 101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8729" h="1014296">
                <a:moveTo>
                  <a:pt x="391161" y="1014296"/>
                </a:moveTo>
                <a:lnTo>
                  <a:pt x="1088729" y="0"/>
                </a:lnTo>
                <a:lnTo>
                  <a:pt x="290598" y="0"/>
                </a:lnTo>
                <a:lnTo>
                  <a:pt x="0" y="422542"/>
                </a:lnTo>
                <a:lnTo>
                  <a:pt x="90309" y="563643"/>
                </a:lnTo>
                <a:lnTo>
                  <a:pt x="143955" y="641647"/>
                </a:lnTo>
                <a:lnTo>
                  <a:pt x="141371" y="643424"/>
                </a:lnTo>
                <a:lnTo>
                  <a:pt x="368976" y="999038"/>
                </a:lnTo>
                <a:lnTo>
                  <a:pt x="391161" y="1014296"/>
                </a:lnTo>
                <a:close/>
              </a:path>
            </a:pathLst>
          </a:custGeom>
          <a:solidFill>
            <a:srgbClr val="DD957C"/>
          </a:solidFill>
          <a:ln>
            <a:solidFill>
              <a:srgbClr val="DD95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8" name="任意多边形 637"/>
          <p:cNvSpPr/>
          <p:nvPr/>
        </p:nvSpPr>
        <p:spPr>
          <a:xfrm flipV="1">
            <a:off x="4008048" y="5881804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D57053"/>
          </a:solidFill>
          <a:ln>
            <a:solidFill>
              <a:srgbClr val="D570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8" name="任意多边形 647"/>
          <p:cNvSpPr/>
          <p:nvPr/>
        </p:nvSpPr>
        <p:spPr>
          <a:xfrm flipV="1">
            <a:off x="6694090" y="5123204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D6F65"/>
          </a:solidFill>
          <a:ln>
            <a:solidFill>
              <a:srgbClr val="ED6F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1" name="任意多边形 660"/>
          <p:cNvSpPr/>
          <p:nvPr/>
        </p:nvSpPr>
        <p:spPr>
          <a:xfrm flipV="1">
            <a:off x="10822507" y="5495459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508799"/>
          </a:solidFill>
          <a:ln>
            <a:solidFill>
              <a:srgbClr val="3778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6" name="任意多边形 665"/>
          <p:cNvSpPr/>
          <p:nvPr/>
        </p:nvSpPr>
        <p:spPr>
          <a:xfrm>
            <a:off x="9861917" y="5495459"/>
            <a:ext cx="1341240" cy="1384436"/>
          </a:xfrm>
          <a:custGeom>
            <a:avLst/>
            <a:gdLst>
              <a:gd name="connsiteX0" fmla="*/ 952127 w 1341240"/>
              <a:gd name="connsiteY0" fmla="*/ 0 h 1384436"/>
              <a:gd name="connsiteX1" fmla="*/ 967244 w 1341240"/>
              <a:gd name="connsiteY1" fmla="*/ 10397 h 1384436"/>
              <a:gd name="connsiteX2" fmla="*/ 1341240 w 1341240"/>
              <a:gd name="connsiteY2" fmla="*/ 594733 h 1384436"/>
              <a:gd name="connsiteX3" fmla="*/ 798132 w 1341240"/>
              <a:gd name="connsiteY3" fmla="*/ 1384436 h 1384436"/>
              <a:gd name="connsiteX4" fmla="*/ 0 w 1341240"/>
              <a:gd name="connsiteY4" fmla="*/ 1384436 h 1384436"/>
              <a:gd name="connsiteX5" fmla="*/ 952127 w 1341240"/>
              <a:gd name="connsiteY5" fmla="*/ 0 h 138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240" h="1384436">
                <a:moveTo>
                  <a:pt x="952127" y="0"/>
                </a:moveTo>
                <a:lnTo>
                  <a:pt x="967244" y="10397"/>
                </a:lnTo>
                <a:lnTo>
                  <a:pt x="1341240" y="594733"/>
                </a:lnTo>
                <a:lnTo>
                  <a:pt x="798132" y="1384436"/>
                </a:lnTo>
                <a:lnTo>
                  <a:pt x="0" y="1384436"/>
                </a:lnTo>
                <a:lnTo>
                  <a:pt x="952127" y="0"/>
                </a:lnTo>
                <a:close/>
              </a:path>
            </a:pathLst>
          </a:custGeom>
          <a:solidFill>
            <a:srgbClr val="30728C">
              <a:alpha val="59000"/>
            </a:srgbClr>
          </a:solidFill>
          <a:ln>
            <a:solidFill>
              <a:srgbClr val="7CA5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0" name="任意多边形 709"/>
          <p:cNvSpPr/>
          <p:nvPr/>
        </p:nvSpPr>
        <p:spPr>
          <a:xfrm>
            <a:off x="11211938" y="5495459"/>
            <a:ext cx="980063" cy="1384436"/>
          </a:xfrm>
          <a:custGeom>
            <a:avLst/>
            <a:gdLst>
              <a:gd name="connsiteX0" fmla="*/ 391161 w 980063"/>
              <a:gd name="connsiteY0" fmla="*/ 0 h 1384436"/>
              <a:gd name="connsiteX1" fmla="*/ 980063 w 980063"/>
              <a:gd name="connsiteY1" fmla="*/ 856291 h 1384436"/>
              <a:gd name="connsiteX2" fmla="*/ 980063 w 980063"/>
              <a:gd name="connsiteY2" fmla="*/ 1384436 h 1384436"/>
              <a:gd name="connsiteX3" fmla="*/ 545157 w 980063"/>
              <a:gd name="connsiteY3" fmla="*/ 1384436 h 1384436"/>
              <a:gd name="connsiteX4" fmla="*/ 0 w 980063"/>
              <a:gd name="connsiteY4" fmla="*/ 591754 h 1384436"/>
              <a:gd name="connsiteX5" fmla="*/ 90309 w 980063"/>
              <a:gd name="connsiteY5" fmla="*/ 450653 h 1384436"/>
              <a:gd name="connsiteX6" fmla="*/ 143955 w 980063"/>
              <a:gd name="connsiteY6" fmla="*/ 372649 h 1384436"/>
              <a:gd name="connsiteX7" fmla="*/ 141371 w 980063"/>
              <a:gd name="connsiteY7" fmla="*/ 370872 h 1384436"/>
              <a:gd name="connsiteX8" fmla="*/ 368976 w 980063"/>
              <a:gd name="connsiteY8" fmla="*/ 15258 h 1384436"/>
              <a:gd name="connsiteX9" fmla="*/ 391161 w 980063"/>
              <a:gd name="connsiteY9" fmla="*/ 0 h 138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0063" h="1384436">
                <a:moveTo>
                  <a:pt x="391161" y="0"/>
                </a:moveTo>
                <a:lnTo>
                  <a:pt x="980063" y="856291"/>
                </a:lnTo>
                <a:lnTo>
                  <a:pt x="980063" y="1384436"/>
                </a:lnTo>
                <a:lnTo>
                  <a:pt x="545157" y="1384436"/>
                </a:lnTo>
                <a:lnTo>
                  <a:pt x="0" y="591754"/>
                </a:lnTo>
                <a:lnTo>
                  <a:pt x="90309" y="450653"/>
                </a:lnTo>
                <a:lnTo>
                  <a:pt x="143955" y="372649"/>
                </a:lnTo>
                <a:lnTo>
                  <a:pt x="141371" y="370872"/>
                </a:lnTo>
                <a:lnTo>
                  <a:pt x="368976" y="15258"/>
                </a:lnTo>
                <a:lnTo>
                  <a:pt x="391161" y="0"/>
                </a:lnTo>
                <a:close/>
              </a:path>
            </a:pathLst>
          </a:custGeom>
          <a:solidFill>
            <a:srgbClr val="7CA5A8"/>
          </a:solidFill>
          <a:ln>
            <a:solidFill>
              <a:srgbClr val="7BA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1" name="任意多边形 670"/>
          <p:cNvSpPr/>
          <p:nvPr/>
        </p:nvSpPr>
        <p:spPr>
          <a:xfrm flipV="1">
            <a:off x="9195717" y="5503274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49B35"/>
          </a:solidFill>
          <a:ln>
            <a:solidFill>
              <a:srgbClr val="E49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>
            <a:off x="8221119" y="5503275"/>
            <a:ext cx="1355248" cy="1404805"/>
          </a:xfrm>
          <a:custGeom>
            <a:avLst/>
            <a:gdLst>
              <a:gd name="connsiteX0" fmla="*/ 966135 w 1355248"/>
              <a:gd name="connsiteY0" fmla="*/ 0 h 1404805"/>
              <a:gd name="connsiteX1" fmla="*/ 981252 w 1355248"/>
              <a:gd name="connsiteY1" fmla="*/ 10397 h 1404805"/>
              <a:gd name="connsiteX2" fmla="*/ 1355248 w 1355248"/>
              <a:gd name="connsiteY2" fmla="*/ 594733 h 1404805"/>
              <a:gd name="connsiteX3" fmla="*/ 798132 w 1355248"/>
              <a:gd name="connsiteY3" fmla="*/ 1404805 h 1404805"/>
              <a:gd name="connsiteX4" fmla="*/ 0 w 1355248"/>
              <a:gd name="connsiteY4" fmla="*/ 1404805 h 1404805"/>
              <a:gd name="connsiteX5" fmla="*/ 966135 w 1355248"/>
              <a:gd name="connsiteY5" fmla="*/ 0 h 1404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5248" h="1404805">
                <a:moveTo>
                  <a:pt x="966135" y="0"/>
                </a:moveTo>
                <a:lnTo>
                  <a:pt x="981252" y="10397"/>
                </a:lnTo>
                <a:lnTo>
                  <a:pt x="1355248" y="594733"/>
                </a:lnTo>
                <a:lnTo>
                  <a:pt x="798132" y="1404805"/>
                </a:lnTo>
                <a:lnTo>
                  <a:pt x="0" y="1404805"/>
                </a:lnTo>
                <a:lnTo>
                  <a:pt x="966135" y="0"/>
                </a:lnTo>
                <a:close/>
              </a:path>
            </a:pathLst>
          </a:custGeom>
          <a:solidFill>
            <a:srgbClr val="E49B35">
              <a:alpha val="87000"/>
            </a:srgbClr>
          </a:solidFill>
          <a:ln>
            <a:solidFill>
              <a:srgbClr val="E5A6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任意多边形 80"/>
          <p:cNvSpPr/>
          <p:nvPr/>
        </p:nvSpPr>
        <p:spPr>
          <a:xfrm>
            <a:off x="9585148" y="5503275"/>
            <a:ext cx="1352191" cy="1397381"/>
          </a:xfrm>
          <a:custGeom>
            <a:avLst/>
            <a:gdLst>
              <a:gd name="connsiteX0" fmla="*/ 391161 w 1352191"/>
              <a:gd name="connsiteY0" fmla="*/ 0 h 1397381"/>
              <a:gd name="connsiteX1" fmla="*/ 1352191 w 1352191"/>
              <a:gd name="connsiteY1" fmla="*/ 1397381 h 1397381"/>
              <a:gd name="connsiteX2" fmla="*/ 554059 w 1352191"/>
              <a:gd name="connsiteY2" fmla="*/ 1397381 h 1397381"/>
              <a:gd name="connsiteX3" fmla="*/ 0 w 1352191"/>
              <a:gd name="connsiteY3" fmla="*/ 591754 h 1397381"/>
              <a:gd name="connsiteX4" fmla="*/ 90309 w 1352191"/>
              <a:gd name="connsiteY4" fmla="*/ 450653 h 1397381"/>
              <a:gd name="connsiteX5" fmla="*/ 143955 w 1352191"/>
              <a:gd name="connsiteY5" fmla="*/ 372649 h 1397381"/>
              <a:gd name="connsiteX6" fmla="*/ 141371 w 1352191"/>
              <a:gd name="connsiteY6" fmla="*/ 370872 h 1397381"/>
              <a:gd name="connsiteX7" fmla="*/ 368976 w 1352191"/>
              <a:gd name="connsiteY7" fmla="*/ 15258 h 1397381"/>
              <a:gd name="connsiteX8" fmla="*/ 391161 w 1352191"/>
              <a:gd name="connsiteY8" fmla="*/ 0 h 1397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2191" h="1397381">
                <a:moveTo>
                  <a:pt x="391161" y="0"/>
                </a:moveTo>
                <a:lnTo>
                  <a:pt x="1352191" y="1397381"/>
                </a:lnTo>
                <a:lnTo>
                  <a:pt x="554059" y="1397381"/>
                </a:lnTo>
                <a:lnTo>
                  <a:pt x="0" y="591754"/>
                </a:lnTo>
                <a:lnTo>
                  <a:pt x="90309" y="450653"/>
                </a:lnTo>
                <a:lnTo>
                  <a:pt x="143955" y="372649"/>
                </a:lnTo>
                <a:lnTo>
                  <a:pt x="141371" y="370872"/>
                </a:lnTo>
                <a:lnTo>
                  <a:pt x="368976" y="15258"/>
                </a:lnTo>
                <a:lnTo>
                  <a:pt x="391161" y="0"/>
                </a:lnTo>
                <a:close/>
              </a:path>
            </a:pathLst>
          </a:custGeom>
          <a:solidFill>
            <a:srgbClr val="E49B35">
              <a:alpha val="87000"/>
            </a:srgbClr>
          </a:solidFill>
          <a:ln>
            <a:solidFill>
              <a:srgbClr val="E5A6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89" name="任意多边形 788"/>
          <p:cNvSpPr/>
          <p:nvPr/>
        </p:nvSpPr>
        <p:spPr>
          <a:xfrm flipV="1">
            <a:off x="3302696" y="5881804"/>
            <a:ext cx="1086681" cy="1014296"/>
          </a:xfrm>
          <a:custGeom>
            <a:avLst/>
            <a:gdLst>
              <a:gd name="connsiteX0" fmla="*/ 697568 w 1086681"/>
              <a:gd name="connsiteY0" fmla="*/ 1014296 h 1014296"/>
              <a:gd name="connsiteX1" fmla="*/ 712685 w 1086681"/>
              <a:gd name="connsiteY1" fmla="*/ 1003899 h 1014296"/>
              <a:gd name="connsiteX2" fmla="*/ 1086681 w 1086681"/>
              <a:gd name="connsiteY2" fmla="*/ 419563 h 1014296"/>
              <a:gd name="connsiteX3" fmla="*/ 798132 w 1086681"/>
              <a:gd name="connsiteY3" fmla="*/ 0 h 1014296"/>
              <a:gd name="connsiteX4" fmla="*/ 0 w 1086681"/>
              <a:gd name="connsiteY4" fmla="*/ 0 h 1014296"/>
              <a:gd name="connsiteX5" fmla="*/ 697568 w 1086681"/>
              <a:gd name="connsiteY5" fmla="*/ 1014296 h 101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6681" h="1014296">
                <a:moveTo>
                  <a:pt x="697568" y="1014296"/>
                </a:moveTo>
                <a:lnTo>
                  <a:pt x="712685" y="1003899"/>
                </a:lnTo>
                <a:lnTo>
                  <a:pt x="1086681" y="419563"/>
                </a:lnTo>
                <a:lnTo>
                  <a:pt x="798132" y="0"/>
                </a:lnTo>
                <a:lnTo>
                  <a:pt x="0" y="0"/>
                </a:lnTo>
                <a:lnTo>
                  <a:pt x="697568" y="1014296"/>
                </a:lnTo>
                <a:close/>
              </a:path>
            </a:pathLst>
          </a:custGeom>
          <a:solidFill>
            <a:srgbClr val="DD957C">
              <a:alpha val="76000"/>
            </a:srgbClr>
          </a:solidFill>
          <a:ln>
            <a:solidFill>
              <a:srgbClr val="E2AB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3" name="矩形 712"/>
          <p:cNvSpPr/>
          <p:nvPr/>
        </p:nvSpPr>
        <p:spPr>
          <a:xfrm>
            <a:off x="0" y="453529"/>
            <a:ext cx="686812" cy="463303"/>
          </a:xfrm>
          <a:prstGeom prst="rect">
            <a:avLst/>
          </a:prstGeom>
          <a:solidFill>
            <a:srgbClr val="3461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5" name="直接连接符 714"/>
          <p:cNvCxnSpPr/>
          <p:nvPr/>
        </p:nvCxnSpPr>
        <p:spPr>
          <a:xfrm>
            <a:off x="789728" y="452710"/>
            <a:ext cx="0" cy="464941"/>
          </a:xfrm>
          <a:prstGeom prst="line">
            <a:avLst/>
          </a:prstGeom>
          <a:ln w="19050">
            <a:solidFill>
              <a:srgbClr val="3461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8" name="矩形 827"/>
          <p:cNvSpPr/>
          <p:nvPr/>
        </p:nvSpPr>
        <p:spPr>
          <a:xfrm>
            <a:off x="4605237" y="2434371"/>
            <a:ext cx="31867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spcAft>
                <a:spcPts val="0"/>
              </a:spcAft>
            </a:pPr>
            <a:r>
              <a:rPr lang="en-US" altLang="zh-CN" sz="4400" b="1" kern="100" dirty="0">
                <a:solidFill>
                  <a:srgbClr val="315B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END</a:t>
            </a:r>
            <a:endParaRPr lang="zh-CN" altLang="zh-CN" sz="2800" b="1" kern="100" dirty="0">
              <a:solidFill>
                <a:srgbClr val="315B7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7" name="任意多边形 686"/>
          <p:cNvSpPr/>
          <p:nvPr/>
        </p:nvSpPr>
        <p:spPr>
          <a:xfrm>
            <a:off x="8185355" y="0"/>
            <a:ext cx="2771399" cy="3463952"/>
          </a:xfrm>
          <a:custGeom>
            <a:avLst/>
            <a:gdLst>
              <a:gd name="connsiteX0" fmla="*/ 0 w 2771399"/>
              <a:gd name="connsiteY0" fmla="*/ 0 h 3463952"/>
              <a:gd name="connsiteX1" fmla="*/ 798131 w 2771399"/>
              <a:gd name="connsiteY1" fmla="*/ 0 h 3463952"/>
              <a:gd name="connsiteX2" fmla="*/ 2771399 w 2771399"/>
              <a:gd name="connsiteY2" fmla="*/ 2869219 h 3463952"/>
              <a:gd name="connsiteX3" fmla="*/ 2397403 w 2771399"/>
              <a:gd name="connsiteY3" fmla="*/ 3453555 h 3463952"/>
              <a:gd name="connsiteX4" fmla="*/ 2382286 w 2771399"/>
              <a:gd name="connsiteY4" fmla="*/ 3463952 h 3463952"/>
              <a:gd name="connsiteX5" fmla="*/ 0 w 2771399"/>
              <a:gd name="connsiteY5" fmla="*/ 0 h 346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1399" h="3463952">
                <a:moveTo>
                  <a:pt x="0" y="0"/>
                </a:moveTo>
                <a:lnTo>
                  <a:pt x="798131" y="0"/>
                </a:lnTo>
                <a:lnTo>
                  <a:pt x="2771399" y="2869219"/>
                </a:lnTo>
                <a:lnTo>
                  <a:pt x="2397403" y="3453555"/>
                </a:lnTo>
                <a:lnTo>
                  <a:pt x="2382286" y="3463952"/>
                </a:lnTo>
                <a:lnTo>
                  <a:pt x="0" y="0"/>
                </a:lnTo>
                <a:close/>
              </a:path>
            </a:pathLst>
          </a:custGeom>
          <a:solidFill>
            <a:srgbClr val="D57053">
              <a:alpha val="30000"/>
            </a:srgbClr>
          </a:solidFill>
          <a:ln>
            <a:solidFill>
              <a:srgbClr val="EACE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5" name="任意多边形 824"/>
          <p:cNvSpPr/>
          <p:nvPr/>
        </p:nvSpPr>
        <p:spPr>
          <a:xfrm flipH="1" flipV="1">
            <a:off x="6913017" y="1590208"/>
            <a:ext cx="4043737" cy="5305892"/>
          </a:xfrm>
          <a:custGeom>
            <a:avLst/>
            <a:gdLst>
              <a:gd name="connsiteX0" fmla="*/ 389113 w 4043737"/>
              <a:gd name="connsiteY0" fmla="*/ 5305892 h 5305892"/>
              <a:gd name="connsiteX1" fmla="*/ 373996 w 4043737"/>
              <a:gd name="connsiteY1" fmla="*/ 5295495 h 5305892"/>
              <a:gd name="connsiteX2" fmla="*/ 0 w 4043737"/>
              <a:gd name="connsiteY2" fmla="*/ 4711159 h 5305892"/>
              <a:gd name="connsiteX3" fmla="*/ 2281471 w 4043737"/>
              <a:gd name="connsiteY3" fmla="*/ 1393799 h 5305892"/>
              <a:gd name="connsiteX4" fmla="*/ 2285250 w 4043737"/>
              <a:gd name="connsiteY4" fmla="*/ 1396398 h 5305892"/>
              <a:gd name="connsiteX5" fmla="*/ 3245605 w 4043737"/>
              <a:gd name="connsiteY5" fmla="*/ 0 h 5305892"/>
              <a:gd name="connsiteX6" fmla="*/ 4043737 w 4043737"/>
              <a:gd name="connsiteY6" fmla="*/ 0 h 5305892"/>
              <a:gd name="connsiteX7" fmla="*/ 1810872 w 4043737"/>
              <a:gd name="connsiteY7" fmla="*/ 3246685 h 5305892"/>
              <a:gd name="connsiteX8" fmla="*/ 1807092 w 4043737"/>
              <a:gd name="connsiteY8" fmla="*/ 3244086 h 5305892"/>
              <a:gd name="connsiteX9" fmla="*/ 389113 w 4043737"/>
              <a:gd name="connsiteY9" fmla="*/ 5305892 h 530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3737" h="5305892">
                <a:moveTo>
                  <a:pt x="389113" y="5305892"/>
                </a:moveTo>
                <a:lnTo>
                  <a:pt x="373996" y="5295495"/>
                </a:lnTo>
                <a:lnTo>
                  <a:pt x="0" y="4711159"/>
                </a:lnTo>
                <a:lnTo>
                  <a:pt x="2281471" y="1393799"/>
                </a:lnTo>
                <a:lnTo>
                  <a:pt x="2285250" y="1396398"/>
                </a:lnTo>
                <a:lnTo>
                  <a:pt x="3245605" y="0"/>
                </a:lnTo>
                <a:lnTo>
                  <a:pt x="4043737" y="0"/>
                </a:lnTo>
                <a:lnTo>
                  <a:pt x="1810872" y="3246685"/>
                </a:lnTo>
                <a:lnTo>
                  <a:pt x="1807092" y="3244086"/>
                </a:lnTo>
                <a:lnTo>
                  <a:pt x="389113" y="5305892"/>
                </a:lnTo>
                <a:close/>
              </a:path>
            </a:pathLst>
          </a:custGeom>
          <a:solidFill>
            <a:srgbClr val="88A378">
              <a:alpha val="30000"/>
            </a:srgbClr>
          </a:solidFill>
          <a:ln>
            <a:solidFill>
              <a:srgbClr val="D3DCC5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8" name="任意多边形 817"/>
          <p:cNvSpPr/>
          <p:nvPr/>
        </p:nvSpPr>
        <p:spPr>
          <a:xfrm flipV="1">
            <a:off x="7083520" y="5123204"/>
            <a:ext cx="1610447" cy="1772896"/>
          </a:xfrm>
          <a:custGeom>
            <a:avLst/>
            <a:gdLst>
              <a:gd name="connsiteX0" fmla="*/ 391161 w 1610447"/>
              <a:gd name="connsiteY0" fmla="*/ 1772896 h 1772896"/>
              <a:gd name="connsiteX1" fmla="*/ 1610447 w 1610447"/>
              <a:gd name="connsiteY1" fmla="*/ 0 h 1772896"/>
              <a:gd name="connsiteX2" fmla="*/ 812315 w 1610447"/>
              <a:gd name="connsiteY2" fmla="*/ 0 h 1772896"/>
              <a:gd name="connsiteX3" fmla="*/ 0 w 1610447"/>
              <a:gd name="connsiteY3" fmla="*/ 1181142 h 1772896"/>
              <a:gd name="connsiteX4" fmla="*/ 90309 w 1610447"/>
              <a:gd name="connsiteY4" fmla="*/ 1322243 h 1772896"/>
              <a:gd name="connsiteX5" fmla="*/ 143955 w 1610447"/>
              <a:gd name="connsiteY5" fmla="*/ 1400247 h 1772896"/>
              <a:gd name="connsiteX6" fmla="*/ 141371 w 1610447"/>
              <a:gd name="connsiteY6" fmla="*/ 1402024 h 1772896"/>
              <a:gd name="connsiteX7" fmla="*/ 368976 w 1610447"/>
              <a:gd name="connsiteY7" fmla="*/ 1757638 h 1772896"/>
              <a:gd name="connsiteX8" fmla="*/ 391161 w 1610447"/>
              <a:gd name="connsiteY8" fmla="*/ 1772896 h 177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0447" h="1772896">
                <a:moveTo>
                  <a:pt x="391161" y="1772896"/>
                </a:moveTo>
                <a:lnTo>
                  <a:pt x="1610447" y="0"/>
                </a:lnTo>
                <a:lnTo>
                  <a:pt x="812315" y="0"/>
                </a:lnTo>
                <a:lnTo>
                  <a:pt x="0" y="1181142"/>
                </a:lnTo>
                <a:lnTo>
                  <a:pt x="90309" y="1322243"/>
                </a:lnTo>
                <a:lnTo>
                  <a:pt x="143955" y="1400247"/>
                </a:lnTo>
                <a:lnTo>
                  <a:pt x="141371" y="1402024"/>
                </a:lnTo>
                <a:lnTo>
                  <a:pt x="368976" y="1757638"/>
                </a:lnTo>
                <a:lnTo>
                  <a:pt x="391161" y="1772896"/>
                </a:lnTo>
                <a:close/>
              </a:path>
            </a:pathLst>
          </a:custGeom>
          <a:solidFill>
            <a:srgbClr val="ED6F65">
              <a:alpha val="88000"/>
            </a:srgbClr>
          </a:solidFill>
          <a:ln>
            <a:solidFill>
              <a:srgbClr val="ED80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/>
        </p:nvSpPr>
        <p:spPr>
          <a:xfrm flipH="1" flipV="1">
            <a:off x="1562519" y="5459183"/>
            <a:ext cx="768171" cy="594733"/>
          </a:xfrm>
          <a:custGeom>
            <a:avLst/>
            <a:gdLst>
              <a:gd name="connsiteX0" fmla="*/ 380650 w 768171"/>
              <a:gd name="connsiteY0" fmla="*/ 0 h 594733"/>
              <a:gd name="connsiteX1" fmla="*/ 386064 w 768171"/>
              <a:gd name="connsiteY1" fmla="*/ 7873 h 594733"/>
              <a:gd name="connsiteX2" fmla="*/ 479739 w 768171"/>
              <a:gd name="connsiteY2" fmla="*/ 144080 h 594733"/>
              <a:gd name="connsiteX3" fmla="*/ 530801 w 768171"/>
              <a:gd name="connsiteY3" fmla="*/ 223861 h 594733"/>
              <a:gd name="connsiteX4" fmla="*/ 758406 w 768171"/>
              <a:gd name="connsiteY4" fmla="*/ 579475 h 594733"/>
              <a:gd name="connsiteX5" fmla="*/ 768171 w 768171"/>
              <a:gd name="connsiteY5" fmla="*/ 594733 h 594733"/>
              <a:gd name="connsiteX6" fmla="*/ 0 w 768171"/>
              <a:gd name="connsiteY6" fmla="*/ 594733 h 594733"/>
              <a:gd name="connsiteX7" fmla="*/ 6654 w 768171"/>
              <a:gd name="connsiteY7" fmla="*/ 584336 h 59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171" h="594733">
                <a:moveTo>
                  <a:pt x="380650" y="0"/>
                </a:moveTo>
                <a:lnTo>
                  <a:pt x="386064" y="7873"/>
                </a:lnTo>
                <a:lnTo>
                  <a:pt x="479739" y="144080"/>
                </a:lnTo>
                <a:lnTo>
                  <a:pt x="530801" y="223861"/>
                </a:lnTo>
                <a:lnTo>
                  <a:pt x="758406" y="579475"/>
                </a:lnTo>
                <a:lnTo>
                  <a:pt x="768171" y="594733"/>
                </a:lnTo>
                <a:lnTo>
                  <a:pt x="0" y="594733"/>
                </a:lnTo>
                <a:lnTo>
                  <a:pt x="6654" y="584336"/>
                </a:lnTo>
                <a:close/>
              </a:path>
            </a:pathLst>
          </a:custGeom>
          <a:solidFill>
            <a:srgbClr val="ED5249">
              <a:alpha val="82000"/>
            </a:srgbClr>
          </a:solidFill>
          <a:ln>
            <a:solidFill>
              <a:srgbClr val="EE6F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M1MDRlNDY3ZmU5YzAyNmNhZWE4YTVmOGYxMWM3ND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267</Words>
  <Application>Microsoft Office PowerPoint</Application>
  <PresentationFormat>宽屏</PresentationFormat>
  <Paragraphs>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Calibri</vt:lpstr>
      <vt:lpstr>Calibri Light</vt:lpstr>
      <vt:lpstr>Helvetica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立允 李</cp:lastModifiedBy>
  <cp:revision>90</cp:revision>
  <dcterms:created xsi:type="dcterms:W3CDTF">2014-12-17T13:36:00Z</dcterms:created>
  <dcterms:modified xsi:type="dcterms:W3CDTF">2025-12-09T03:35:00Z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1FCAD31E499242C3B0E1EC1E89762E54</vt:lpwstr>
  </property>
  <property fmtid="{D5CDD505-2E9C-101B-9397-08002B2CF9AE}" pid="3" name="KSOProductBuildVer">
    <vt:lpwstr>2052-11.1.0.12313</vt:lpwstr>
  </property>
</Properties>
</file>